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59" r:id="rId5"/>
    <p:sldId id="274" r:id="rId6"/>
    <p:sldId id="275" r:id="rId7"/>
    <p:sldId id="277" r:id="rId8"/>
    <p:sldId id="278" r:id="rId9"/>
    <p:sldId id="264" r:id="rId10"/>
    <p:sldId id="32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73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A0F9C-C92F-41E8-880E-79E6BB546BF4}" type="slidenum">
              <a:rPr lang="fr-FR" smtClean="0"/>
              <a:t>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079C0D-6D0E-47A7-9191-6CEB77E316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9BD2AAD5-5540-4679-B7B9-6697B491F75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592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E0A5-0CCA-7D9A-9C2D-AE8D511F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573BF-FA45-F693-B890-D63C228EF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E944B-F189-9086-1044-31735BEE1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3567-6C48-D5C7-40C8-23A5A4FE0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22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BBC49-0EBA-1183-84A7-8A114017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009A4-BE9B-72A2-05F7-B9DC1ACE9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EABA7-6798-C4D8-EC6E-D544F2336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D83E3-6144-8C13-D2E8-4837DC597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84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721E9-DDCB-685B-1D61-EF719FD85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29002-7C86-CFC0-14BE-9E29B115D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957EA-17B3-AD12-8893-06B35EA4F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15E4-985D-F881-7FB6-774DF2E37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1096-C19F-71B6-9826-EE91EC8D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9F438-7EEB-7C6B-2B53-AE79CC512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A6958-A847-DCB4-EAA4-F66C1B7D1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5A36E-4890-C380-AF02-AD362F8F4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5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17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1068FA9-660D-46A3-9FD6-2730BA6F2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4245" y="143302"/>
            <a:ext cx="1218063" cy="1218063"/>
          </a:xfrm>
          <a:custGeom>
            <a:avLst/>
            <a:gdLst>
              <a:gd name="connsiteX0" fmla="*/ 812042 w 1624084"/>
              <a:gd name="connsiteY0" fmla="*/ 0 h 1624084"/>
              <a:gd name="connsiteX1" fmla="*/ 1624084 w 1624084"/>
              <a:gd name="connsiteY1" fmla="*/ 812042 h 1624084"/>
              <a:gd name="connsiteX2" fmla="*/ 812042 w 1624084"/>
              <a:gd name="connsiteY2" fmla="*/ 1624084 h 1624084"/>
              <a:gd name="connsiteX3" fmla="*/ 0 w 1624084"/>
              <a:gd name="connsiteY3" fmla="*/ 812042 h 1624084"/>
              <a:gd name="connsiteX4" fmla="*/ 812042 w 1624084"/>
              <a:gd name="connsiteY4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624084">
                <a:moveTo>
                  <a:pt x="812042" y="0"/>
                </a:moveTo>
                <a:cubicBezTo>
                  <a:pt x="1260520" y="0"/>
                  <a:pt x="1624084" y="363564"/>
                  <a:pt x="1624084" y="812042"/>
                </a:cubicBezTo>
                <a:cubicBezTo>
                  <a:pt x="1624084" y="1260520"/>
                  <a:pt x="1260520" y="1624084"/>
                  <a:pt x="812042" y="1624084"/>
                </a:cubicBezTo>
                <a:cubicBezTo>
                  <a:pt x="363564" y="1624084"/>
                  <a:pt x="0" y="1260520"/>
                  <a:pt x="0" y="812042"/>
                </a:cubicBezTo>
                <a:cubicBezTo>
                  <a:pt x="0" y="363564"/>
                  <a:pt x="363564" y="0"/>
                  <a:pt x="812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5A909C-343A-4950-AF75-AACF79738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41693" y="143302"/>
            <a:ext cx="1218063" cy="1218063"/>
          </a:xfrm>
          <a:custGeom>
            <a:avLst/>
            <a:gdLst>
              <a:gd name="connsiteX0" fmla="*/ 812042 w 1624084"/>
              <a:gd name="connsiteY0" fmla="*/ 0 h 1624084"/>
              <a:gd name="connsiteX1" fmla="*/ 1624084 w 1624084"/>
              <a:gd name="connsiteY1" fmla="*/ 812042 h 1624084"/>
              <a:gd name="connsiteX2" fmla="*/ 812042 w 1624084"/>
              <a:gd name="connsiteY2" fmla="*/ 1624084 h 1624084"/>
              <a:gd name="connsiteX3" fmla="*/ 0 w 1624084"/>
              <a:gd name="connsiteY3" fmla="*/ 812042 h 1624084"/>
              <a:gd name="connsiteX4" fmla="*/ 812042 w 1624084"/>
              <a:gd name="connsiteY4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624084">
                <a:moveTo>
                  <a:pt x="812042" y="0"/>
                </a:moveTo>
                <a:cubicBezTo>
                  <a:pt x="1260520" y="0"/>
                  <a:pt x="1624084" y="363564"/>
                  <a:pt x="1624084" y="812042"/>
                </a:cubicBezTo>
                <a:cubicBezTo>
                  <a:pt x="1624084" y="1260520"/>
                  <a:pt x="1260520" y="1624084"/>
                  <a:pt x="812042" y="1624084"/>
                </a:cubicBezTo>
                <a:cubicBezTo>
                  <a:pt x="363564" y="1624084"/>
                  <a:pt x="0" y="1260520"/>
                  <a:pt x="0" y="812042"/>
                </a:cubicBezTo>
                <a:cubicBezTo>
                  <a:pt x="0" y="363564"/>
                  <a:pt x="363564" y="0"/>
                  <a:pt x="812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51689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19"/>
          <p:cNvSpPr txBox="1">
            <a:spLocks noGrp="1"/>
          </p:cNvSpPr>
          <p:nvPr>
            <p:ph type="subTitle" idx="1"/>
          </p:nvPr>
        </p:nvSpPr>
        <p:spPr>
          <a:xfrm>
            <a:off x="800226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19"/>
          <p:cNvSpPr txBox="1">
            <a:spLocks noGrp="1"/>
          </p:cNvSpPr>
          <p:nvPr>
            <p:ph type="subTitle" idx="2"/>
          </p:nvPr>
        </p:nvSpPr>
        <p:spPr>
          <a:xfrm>
            <a:off x="3341349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9"/>
          <p:cNvSpPr txBox="1">
            <a:spLocks noGrp="1"/>
          </p:cNvSpPr>
          <p:nvPr>
            <p:ph type="subTitle" idx="3"/>
          </p:nvPr>
        </p:nvSpPr>
        <p:spPr>
          <a:xfrm>
            <a:off x="5887280" y="2202595"/>
            <a:ext cx="245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9"/>
          <p:cNvSpPr txBox="1">
            <a:spLocks noGrp="1"/>
          </p:cNvSpPr>
          <p:nvPr>
            <p:ph type="subTitle" idx="4"/>
          </p:nvPr>
        </p:nvSpPr>
        <p:spPr>
          <a:xfrm>
            <a:off x="800226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9"/>
          <p:cNvSpPr txBox="1">
            <a:spLocks noGrp="1"/>
          </p:cNvSpPr>
          <p:nvPr>
            <p:ph type="subTitle" idx="5"/>
          </p:nvPr>
        </p:nvSpPr>
        <p:spPr>
          <a:xfrm>
            <a:off x="3341349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9"/>
          <p:cNvSpPr txBox="1">
            <a:spLocks noGrp="1"/>
          </p:cNvSpPr>
          <p:nvPr>
            <p:ph type="subTitle" idx="6"/>
          </p:nvPr>
        </p:nvSpPr>
        <p:spPr>
          <a:xfrm>
            <a:off x="5887280" y="3835725"/>
            <a:ext cx="245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9" name="Google Shape;859;p19"/>
          <p:cNvSpPr txBox="1">
            <a:spLocks noGrp="1"/>
          </p:cNvSpPr>
          <p:nvPr>
            <p:ph type="subTitle" idx="7"/>
          </p:nvPr>
        </p:nvSpPr>
        <p:spPr>
          <a:xfrm>
            <a:off x="795076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0" name="Google Shape;860;p19"/>
          <p:cNvSpPr txBox="1">
            <a:spLocks noGrp="1"/>
          </p:cNvSpPr>
          <p:nvPr>
            <p:ph type="subTitle" idx="8"/>
          </p:nvPr>
        </p:nvSpPr>
        <p:spPr>
          <a:xfrm>
            <a:off x="3341355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subTitle" idx="9"/>
          </p:nvPr>
        </p:nvSpPr>
        <p:spPr>
          <a:xfrm>
            <a:off x="5892433" y="1801175"/>
            <a:ext cx="24540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2" name="Google Shape;862;p19"/>
          <p:cNvSpPr txBox="1">
            <a:spLocks noGrp="1"/>
          </p:cNvSpPr>
          <p:nvPr>
            <p:ph type="subTitle" idx="13"/>
          </p:nvPr>
        </p:nvSpPr>
        <p:spPr>
          <a:xfrm>
            <a:off x="795420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3" name="Google Shape;863;p19"/>
          <p:cNvSpPr txBox="1">
            <a:spLocks noGrp="1"/>
          </p:cNvSpPr>
          <p:nvPr>
            <p:ph type="subTitle" idx="14"/>
          </p:nvPr>
        </p:nvSpPr>
        <p:spPr>
          <a:xfrm>
            <a:off x="3341355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subTitle" idx="15"/>
          </p:nvPr>
        </p:nvSpPr>
        <p:spPr>
          <a:xfrm>
            <a:off x="5889824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696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FC125723-63C8-48DB-9DB6-1753A78B4F50}"/>
              </a:ext>
            </a:extLst>
          </p:cNvPr>
          <p:cNvSpPr txBox="1"/>
          <p:nvPr/>
        </p:nvSpPr>
        <p:spPr>
          <a:xfrm>
            <a:off x="7144621" y="127510"/>
            <a:ext cx="22675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I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République de Côte d’Ivoire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B28CFB0-470D-46F9-9392-D06F4DABD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903" y="357676"/>
            <a:ext cx="712359" cy="62947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AD9A3588-0B9F-448A-B506-F5D69FD11EA5}"/>
              </a:ext>
            </a:extLst>
          </p:cNvPr>
          <p:cNvSpPr txBox="1"/>
          <p:nvPr/>
        </p:nvSpPr>
        <p:spPr>
          <a:xfrm>
            <a:off x="7143136" y="984788"/>
            <a:ext cx="23441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I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– Discipline - Travail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09B080D-536F-4269-9B6F-038DF6F0073B}"/>
              </a:ext>
            </a:extLst>
          </p:cNvPr>
          <p:cNvSpPr txBox="1"/>
          <p:nvPr/>
        </p:nvSpPr>
        <p:spPr>
          <a:xfrm>
            <a:off x="298655" y="707923"/>
            <a:ext cx="2997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I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Ministère de l’enseignement supérieur et de la recherche scientifique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D15FC5A-35E3-46FF-8E83-16C20849C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4141" y="95945"/>
            <a:ext cx="1333609" cy="62959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A166F1A-5644-491E-AB7B-6884AEAFFF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79" y="153613"/>
            <a:ext cx="406040" cy="547958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E6AFC86-A280-49CE-A2DF-DD7F1C847E60}"/>
              </a:ext>
            </a:extLst>
          </p:cNvPr>
          <p:cNvSpPr/>
          <p:nvPr/>
        </p:nvSpPr>
        <p:spPr>
          <a:xfrm>
            <a:off x="612055" y="2127512"/>
            <a:ext cx="7919890" cy="62947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Doppleganger</a:t>
            </a:r>
            <a:r>
              <a:rPr lang="fr-F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Finder</a:t>
            </a:r>
            <a:endParaRPr lang="fr-CI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2D3E1E5-95BF-417B-8251-AAB89A9F8072}"/>
              </a:ext>
            </a:extLst>
          </p:cNvPr>
          <p:cNvSpPr txBox="1"/>
          <p:nvPr/>
        </p:nvSpPr>
        <p:spPr>
          <a:xfrm>
            <a:off x="3889613" y="1520592"/>
            <a:ext cx="114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THÈME: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568E54D-7826-4900-8902-E88DBB7C50A3}"/>
              </a:ext>
            </a:extLst>
          </p:cNvPr>
          <p:cNvSpPr/>
          <p:nvPr/>
        </p:nvSpPr>
        <p:spPr>
          <a:xfrm>
            <a:off x="612056" y="3441125"/>
            <a:ext cx="3127698" cy="1046708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I" sz="13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</a:t>
            </a:r>
            <a:endParaRPr lang="fr-CI" sz="135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CAMARA </a:t>
            </a:r>
            <a:r>
              <a:rPr lang="fr-FR" sz="135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Farouck</a:t>
            </a:r>
            <a:r>
              <a:rPr lang="fr-FR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DIABY Aboubacar </a:t>
            </a:r>
          </a:p>
          <a:p>
            <a:pPr algn="ctr"/>
            <a:r>
              <a:rPr lang="fr-FR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NIADA Ulrich Boris </a:t>
            </a:r>
          </a:p>
          <a:p>
            <a:pPr algn="ctr"/>
            <a:r>
              <a:rPr lang="fr-FR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ZONGO Alphée Colombe</a:t>
            </a:r>
            <a:endParaRPr lang="fr-CI" sz="135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18713A0-79E0-45DD-A33C-4AC8E206DA6A}"/>
              </a:ext>
            </a:extLst>
          </p:cNvPr>
          <p:cNvSpPr/>
          <p:nvPr/>
        </p:nvSpPr>
        <p:spPr>
          <a:xfrm>
            <a:off x="5512418" y="3422075"/>
            <a:ext cx="2949679" cy="1046708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I" sz="13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Encadreur :</a:t>
            </a:r>
          </a:p>
          <a:p>
            <a:pPr algn="ctr"/>
            <a:r>
              <a:rPr lang="fr-CI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fr-FR" sz="13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 Abbas KONATE</a:t>
            </a:r>
            <a:endParaRPr lang="fr-CI" sz="135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44CD3B4-9BC4-4407-A883-8FF3394BD075}"/>
              </a:ext>
            </a:extLst>
          </p:cNvPr>
          <p:cNvSpPr/>
          <p:nvPr/>
        </p:nvSpPr>
        <p:spPr>
          <a:xfrm>
            <a:off x="3889613" y="4618265"/>
            <a:ext cx="1448356" cy="2769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JANVIER 2026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A1A674D-9EC4-4E7D-9413-A5750C6071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570" y="130690"/>
            <a:ext cx="602974" cy="60297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A1E8B86-EFE8-1492-91F0-CBB1FF5946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276" b="10276"/>
          <a:stretch/>
        </p:blipFill>
        <p:spPr>
          <a:xfrm>
            <a:off x="8462097" y="2756990"/>
            <a:ext cx="553429" cy="43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99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9650"/>
            <a:ext cx="8229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9" y="457200"/>
            <a:ext cx="54831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DE 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33500"/>
            <a:ext cx="2590800" cy="198120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333500"/>
            <a:ext cx="0" cy="198120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562100"/>
            <a:ext cx="213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Partie 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3900" y="1943100"/>
            <a:ext cx="2095500" cy="1143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Contexte et </a:t>
            </a:r>
            <a:r>
              <a:rPr lang="en-US" sz="1350" dirty="0" err="1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Problématique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76600" y="1466850"/>
            <a:ext cx="2590800" cy="171450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5650" y="1466850"/>
            <a:ext cx="0" cy="17145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1695450"/>
            <a:ext cx="213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Partie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3300" y="2076450"/>
            <a:ext cx="20955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</a:t>
            </a:r>
            <a:r>
              <a:rPr lang="en-US" sz="135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0" indent="-95250">
              <a:lnSpc>
                <a:spcPts val="2100"/>
              </a:lnSpc>
              <a:buSzPct val="100000"/>
              <a:buChar char="•"/>
            </a:pPr>
            <a:r>
              <a:rPr lang="fr-FR" sz="135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Démo</a:t>
            </a:r>
            <a:r>
              <a:rPr lang="en-US" sz="135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1466850"/>
            <a:ext cx="2590800" cy="171450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15050" y="1466850"/>
            <a:ext cx="0" cy="17145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2700" y="1695450"/>
            <a:ext cx="213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Partie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2700" y="2076450"/>
            <a:ext cx="20955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Recommandations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Perspectives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724;p30">
            <a:extLst>
              <a:ext uri="{FF2B5EF4-FFF2-40B4-BE49-F238E27FC236}">
                <a16:creationId xmlns:a16="http://schemas.microsoft.com/office/drawing/2014/main" id="{FD6D46CC-0FC2-01F5-7576-73484DBF71E0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1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4850AE2-55A9-DCFE-7A5E-D96C5B2249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76" b="10276"/>
          <a:stretch/>
        </p:blipFill>
        <p:spPr>
          <a:xfrm>
            <a:off x="947706" y="3638549"/>
            <a:ext cx="1039844" cy="82613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1357791-4A0C-5D0D-AB34-FB81596F04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76" b="10276"/>
          <a:stretch/>
        </p:blipFill>
        <p:spPr>
          <a:xfrm>
            <a:off x="3900456" y="3638549"/>
            <a:ext cx="1039844" cy="82613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1A02313-03C2-8F1C-2820-8F04B75CD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76" b="10276"/>
          <a:stretch/>
        </p:blipFill>
        <p:spPr>
          <a:xfrm>
            <a:off x="7100856" y="3638548"/>
            <a:ext cx="1039844" cy="826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47445" y="229941"/>
            <a:ext cx="485000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80"/>
              </a:lnSpc>
              <a:spcAft>
                <a:spcPts val="1200"/>
              </a:spcAft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cs typeface="Arial" pitchFamily="34" charset="-120"/>
              </a:rPr>
              <a:t>PROBLEMATIQUE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314" y="889000"/>
            <a:ext cx="8548035" cy="3181349"/>
          </a:xfrm>
          <a:prstGeom prst="roundRect">
            <a:avLst>
              <a:gd name="adj" fmla="val 961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7445" y="1355413"/>
            <a:ext cx="749671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QUELLE MESURE UN MODÈLE DE RECONNAISSANCE FACIALE PRÉ-ENTRAÎNÉ PEUT-IL ÊTRE UTILISÉ EFFICACEMENT, SANS PHASE D’APPRENTISSAGE SUPPLÉMENTAIRE, POUR RÉALISER UNE RECHERCHE DE SIMILARITÉ FACIALE FIABLE ET PRÉCISE ?</a:t>
            </a:r>
            <a:endParaRPr lang="en-US" sz="2000" b="1" dirty="0">
              <a:solidFill>
                <a:srgbClr val="1D1D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49B1482-3408-549F-881A-11D9B312BD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1737" y="4231028"/>
            <a:ext cx="875713" cy="87571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9BE609F-1E4E-9F85-251E-83AC11BF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1887" y="4231027"/>
            <a:ext cx="875713" cy="87571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7BB6703-7DB0-94EA-CCE6-E438CB22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249" y="4161178"/>
            <a:ext cx="875713" cy="875713"/>
          </a:xfrm>
          <a:prstGeom prst="rect">
            <a:avLst/>
          </a:prstGeom>
        </p:spPr>
      </p:pic>
      <p:sp>
        <p:nvSpPr>
          <p:cNvPr id="14" name="Google Shape;724;p30">
            <a:extLst>
              <a:ext uri="{FF2B5EF4-FFF2-40B4-BE49-F238E27FC236}">
                <a16:creationId xmlns:a16="http://schemas.microsoft.com/office/drawing/2014/main" id="{BF60B8CC-713F-2758-4C33-730427DBD92E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</a:t>
            </a:r>
            <a:r>
              <a:rPr lang="fr-CI" dirty="0"/>
              <a:t>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67D94556-6F88-1BF0-9A34-1BB993B93815}"/>
              </a:ext>
            </a:extLst>
          </p:cNvPr>
          <p:cNvSpPr/>
          <p:nvPr/>
        </p:nvSpPr>
        <p:spPr>
          <a:xfrm>
            <a:off x="601249" y="622300"/>
            <a:ext cx="8229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464" y="186779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</a:t>
            </a:r>
            <a:r>
              <a:rPr lang="en-US" sz="2400" b="1" dirty="0">
                <a:solidFill>
                  <a:srgbClr val="1E3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MÉTHODOLOGIE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512" y="742950"/>
            <a:ext cx="3550921" cy="1949916"/>
          </a:xfrm>
          <a:prstGeom prst="roundRect">
            <a:avLst>
              <a:gd name="adj" fmla="val 10271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14300" y="885982"/>
            <a:ext cx="0" cy="36948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624" y="963885"/>
            <a:ext cx="2956560" cy="30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  <a:spcAft>
                <a:spcPts val="450"/>
              </a:spcAft>
            </a:pPr>
            <a:r>
              <a:rPr lang="en-US" sz="1600" b="1" dirty="0">
                <a:solidFill>
                  <a:srgbClr val="1E3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1️⃣ </a:t>
            </a:r>
            <a:r>
              <a:rPr lang="fr-FR" sz="16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Prétraitement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  <a:p>
            <a:pPr marL="0" indent="0" algn="l">
              <a:lnSpc>
                <a:spcPts val="1530"/>
              </a:lnSpc>
              <a:spcAft>
                <a:spcPts val="450"/>
              </a:spcAft>
              <a:buNone/>
            </a:pP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9624" y="1329600"/>
            <a:ext cx="3732298" cy="152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Détection automatique du visage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Alignement et recadrage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Redimensionnement à 160×160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 des pixels (valeurs de -1 à 1)</a:t>
            </a:r>
          </a:p>
          <a:p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Standardiser les entrées pour une comparaison fiable</a:t>
            </a:r>
          </a:p>
          <a:p>
            <a:pPr marL="0" indent="0" algn="l">
              <a:lnSpc>
                <a:spcPts val="1463"/>
              </a:lnSpc>
              <a:buNone/>
            </a:pP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B7472BDD-9A18-F643-69C9-792D8CAE7FF7}"/>
              </a:ext>
            </a:extLst>
          </p:cNvPr>
          <p:cNvSpPr/>
          <p:nvPr/>
        </p:nvSpPr>
        <p:spPr>
          <a:xfrm>
            <a:off x="4858142" y="742950"/>
            <a:ext cx="3550921" cy="1949916"/>
          </a:xfrm>
          <a:prstGeom prst="roundRect">
            <a:avLst>
              <a:gd name="adj" fmla="val 102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8D1E640-1CC0-EED5-8530-C636F2BB66E8}"/>
              </a:ext>
            </a:extLst>
          </p:cNvPr>
          <p:cNvSpPr/>
          <p:nvPr/>
        </p:nvSpPr>
        <p:spPr>
          <a:xfrm>
            <a:off x="4890930" y="885982"/>
            <a:ext cx="0" cy="36948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4870AD4C-9719-C9A3-0020-FF1371EB878C}"/>
              </a:ext>
            </a:extLst>
          </p:cNvPr>
          <p:cNvSpPr/>
          <p:nvPr/>
        </p:nvSpPr>
        <p:spPr>
          <a:xfrm>
            <a:off x="4849753" y="863609"/>
            <a:ext cx="3550919" cy="39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530"/>
              </a:lnSpc>
              <a:spcAft>
                <a:spcPts val="450"/>
              </a:spcAft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>
                <a:solidFill>
                  <a:srgbClr val="F9731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2️⃣</a:t>
            </a:r>
            <a:r>
              <a:rPr lang="en-US" sz="2800" b="1" dirty="0">
                <a:solidFill>
                  <a:srgbClr val="F9731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 err="1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faciaux   </a:t>
            </a: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fr-FR" sz="16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FD0BD06B-78E2-1266-AFCE-2AB93E3F11AA}"/>
              </a:ext>
            </a:extLst>
          </p:cNvPr>
          <p:cNvSpPr/>
          <p:nvPr/>
        </p:nvSpPr>
        <p:spPr>
          <a:xfrm>
            <a:off x="4589551" y="1272986"/>
            <a:ext cx="3715539" cy="152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Passage de l'image recadrée dans le réseau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d'un vecteur de 512 dimensions (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 L2 : projection sur une sphère unitaire</a:t>
            </a:r>
          </a:p>
          <a:p>
            <a:pPr marL="0" indent="0" algn="l">
              <a:lnSpc>
                <a:spcPts val="1463"/>
              </a:lnSpc>
              <a:buNone/>
            </a:pP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D0294B0-56E2-13D7-3528-76E25FDE1B3B}"/>
              </a:ext>
            </a:extLst>
          </p:cNvPr>
          <p:cNvSpPr/>
          <p:nvPr/>
        </p:nvSpPr>
        <p:spPr>
          <a:xfrm>
            <a:off x="124543" y="2906137"/>
            <a:ext cx="3550921" cy="1949916"/>
          </a:xfrm>
          <a:prstGeom prst="roundRect">
            <a:avLst>
              <a:gd name="adj" fmla="val 10271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898F5FC7-DB6D-626F-5FAE-1FACE88BE7AD}"/>
              </a:ext>
            </a:extLst>
          </p:cNvPr>
          <p:cNvSpPr/>
          <p:nvPr/>
        </p:nvSpPr>
        <p:spPr>
          <a:xfrm>
            <a:off x="157331" y="2924993"/>
            <a:ext cx="0" cy="369481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A48B68E4-EECD-DF80-4429-135B72410559}"/>
              </a:ext>
            </a:extLst>
          </p:cNvPr>
          <p:cNvSpPr/>
          <p:nvPr/>
        </p:nvSpPr>
        <p:spPr>
          <a:xfrm>
            <a:off x="198205" y="2965355"/>
            <a:ext cx="3379420" cy="30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3️⃣</a:t>
            </a:r>
            <a:r>
              <a:rPr lang="en-US" sz="1600" b="1" dirty="0">
                <a:solidFill>
                  <a:srgbClr val="1E3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de la base de données d'</a:t>
            </a:r>
            <a:r>
              <a:rPr lang="fr-F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6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30"/>
              </a:lnSpc>
              <a:spcAft>
                <a:spcPts val="450"/>
              </a:spcAft>
              <a:buNone/>
            </a:pP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6AB2AD2C-1380-0250-7898-A52ED659D0BE}"/>
              </a:ext>
            </a:extLst>
          </p:cNvPr>
          <p:cNvSpPr/>
          <p:nvPr/>
        </p:nvSpPr>
        <p:spPr>
          <a:xfrm>
            <a:off x="-243573" y="3460046"/>
            <a:ext cx="3732298" cy="152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des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toutes les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Stockage dans un fichier .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npy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pour accès rapide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Métadonnées dans meta.csv (chemins, sources, données démographiques)</a:t>
            </a:r>
          </a:p>
          <a:p>
            <a:pPr marL="0" indent="0" algn="l">
              <a:lnSpc>
                <a:spcPts val="1463"/>
              </a:lnSpc>
              <a:buNone/>
            </a:pP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56D0193F-9026-B384-F7FE-F30C57A9DF08}"/>
              </a:ext>
            </a:extLst>
          </p:cNvPr>
          <p:cNvSpPr/>
          <p:nvPr/>
        </p:nvSpPr>
        <p:spPr>
          <a:xfrm>
            <a:off x="4901173" y="2906137"/>
            <a:ext cx="3550921" cy="1949916"/>
          </a:xfrm>
          <a:prstGeom prst="roundRect">
            <a:avLst>
              <a:gd name="adj" fmla="val 10271"/>
            </a:avLst>
          </a:prstGeom>
          <a:solidFill>
            <a:schemeClr val="bg1">
              <a:lumMod val="8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936E07E5-B001-2903-2092-1736FF0B71BA}"/>
              </a:ext>
            </a:extLst>
          </p:cNvPr>
          <p:cNvSpPr/>
          <p:nvPr/>
        </p:nvSpPr>
        <p:spPr>
          <a:xfrm>
            <a:off x="5013788" y="2991113"/>
            <a:ext cx="0" cy="369481"/>
          </a:xfrm>
          <a:prstGeom prst="line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1DE525AC-2C38-946B-E91F-B48793AA8BCB}"/>
              </a:ext>
            </a:extLst>
          </p:cNvPr>
          <p:cNvSpPr/>
          <p:nvPr/>
        </p:nvSpPr>
        <p:spPr>
          <a:xfrm>
            <a:off x="5088727" y="2875950"/>
            <a:ext cx="3550919" cy="39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>
                <a:solidFill>
                  <a:srgbClr val="F9731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EF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4️⃣</a:t>
            </a:r>
            <a:r>
              <a:rPr lang="en-US" sz="2800" b="1" dirty="0">
                <a:solidFill>
                  <a:srgbClr val="F9731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de similarité</a:t>
            </a: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fr-FR" sz="16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D7F1AC62-CFCA-EF88-F0AE-E93B0A9C2A51}"/>
              </a:ext>
            </a:extLst>
          </p:cNvPr>
          <p:cNvSpPr/>
          <p:nvPr/>
        </p:nvSpPr>
        <p:spPr>
          <a:xfrm>
            <a:off x="4632582" y="3436173"/>
            <a:ext cx="3715539" cy="152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de la similarité entre l'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requête et tous les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décroissant des scores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Sélection des Top-K résultats (K visages les plus similaires)</a:t>
            </a:r>
          </a:p>
          <a:p>
            <a:pPr marL="0" indent="0" algn="l">
              <a:lnSpc>
                <a:spcPts val="1463"/>
              </a:lnSpc>
              <a:buNone/>
            </a:pP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724;p30">
            <a:extLst>
              <a:ext uri="{FF2B5EF4-FFF2-40B4-BE49-F238E27FC236}">
                <a16:creationId xmlns:a16="http://schemas.microsoft.com/office/drawing/2014/main" id="{38E405AD-2383-DBFB-B011-F0FED5D68F0B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3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2DAA4-2712-92CC-BE7C-C19B4954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DF9037-52A4-480F-2F70-C6B127B91E9A}"/>
              </a:ext>
            </a:extLst>
          </p:cNvPr>
          <p:cNvSpPr/>
          <p:nvPr/>
        </p:nvSpPr>
        <p:spPr>
          <a:xfrm>
            <a:off x="287463" y="186779"/>
            <a:ext cx="6013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20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 OUTILS &amp; TECHNOLOGIES UTILISÉS</a:t>
            </a:r>
          </a:p>
          <a:p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884948-CEE7-9539-EA38-70EE42F924BB}"/>
              </a:ext>
            </a:extLst>
          </p:cNvPr>
          <p:cNvSpPr/>
          <p:nvPr/>
        </p:nvSpPr>
        <p:spPr>
          <a:xfrm>
            <a:off x="81511" y="742949"/>
            <a:ext cx="3937901" cy="3708401"/>
          </a:xfrm>
          <a:prstGeom prst="roundRect">
            <a:avLst>
              <a:gd name="adj" fmla="val 10271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F7864E-5164-76F9-EB1D-449866C379C5}"/>
              </a:ext>
            </a:extLst>
          </p:cNvPr>
          <p:cNvSpPr/>
          <p:nvPr/>
        </p:nvSpPr>
        <p:spPr>
          <a:xfrm>
            <a:off x="114300" y="885982"/>
            <a:ext cx="0" cy="36948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ED9120-AB8A-1DBF-4F95-C40D80F8A756}"/>
              </a:ext>
            </a:extLst>
          </p:cNvPr>
          <p:cNvSpPr/>
          <p:nvPr/>
        </p:nvSpPr>
        <p:spPr>
          <a:xfrm>
            <a:off x="199623" y="963885"/>
            <a:ext cx="3300093" cy="30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  <a:spcAft>
                <a:spcPts val="450"/>
              </a:spcAft>
            </a:pPr>
            <a:r>
              <a:rPr lang="fr-FR" sz="16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🔬 Librairies Python principales :</a:t>
            </a: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fr-FR" sz="16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30"/>
              </a:lnSpc>
              <a:spcAft>
                <a:spcPts val="450"/>
              </a:spcAft>
              <a:buNone/>
            </a:pP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9FA911-6BA7-2096-1FC5-D33B5FD46F00}"/>
              </a:ext>
            </a:extLst>
          </p:cNvPr>
          <p:cNvSpPr/>
          <p:nvPr/>
        </p:nvSpPr>
        <p:spPr>
          <a:xfrm>
            <a:off x="199624" y="1329599"/>
            <a:ext cx="3732298" cy="328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Framework de Deep Learning</a:t>
            </a:r>
          </a:p>
          <a:p>
            <a:pPr>
              <a:lnSpc>
                <a:spcPct val="150000"/>
              </a:lnSpc>
            </a:pPr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facenet-pytorch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Implémentation pré-entraînée d'Inception-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MTCNN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Détection et alignement des visages</a:t>
            </a:r>
          </a:p>
          <a:p>
            <a:pPr>
              <a:lnSpc>
                <a:spcPct val="150000"/>
              </a:lnSpc>
            </a:pPr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/Pandas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Manipulation des données et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Interface utilisateur web interactive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Traitement d'images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375871F-B560-A979-F76C-6CE0737B43AB}"/>
              </a:ext>
            </a:extLst>
          </p:cNvPr>
          <p:cNvSpPr/>
          <p:nvPr/>
        </p:nvSpPr>
        <p:spPr>
          <a:xfrm>
            <a:off x="4374649" y="1302115"/>
            <a:ext cx="4624626" cy="2487053"/>
          </a:xfrm>
          <a:prstGeom prst="roundRect">
            <a:avLst>
              <a:gd name="adj" fmla="val 102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FD0DD83C-8B68-52D6-04A4-4E0E8F087E2B}"/>
              </a:ext>
            </a:extLst>
          </p:cNvPr>
          <p:cNvSpPr/>
          <p:nvPr/>
        </p:nvSpPr>
        <p:spPr>
          <a:xfrm>
            <a:off x="4540308" y="1546510"/>
            <a:ext cx="3814023" cy="39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  <a:spcAft>
                <a:spcPts val="450"/>
              </a:spcAft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fr-FR" sz="1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Environnement de développement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ts val="1530"/>
              </a:lnSpc>
              <a:spcAft>
                <a:spcPts val="450"/>
              </a:spcAft>
            </a:pPr>
            <a:r>
              <a:rPr lang="fr-FR" sz="1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fr-FR" sz="16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30"/>
              </a:lnSpc>
              <a:spcAft>
                <a:spcPts val="450"/>
              </a:spcAft>
            </a:pP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329A5D05-8A5B-9A7E-725C-90FB9F54A2B9}"/>
              </a:ext>
            </a:extLst>
          </p:cNvPr>
          <p:cNvSpPr/>
          <p:nvPr/>
        </p:nvSpPr>
        <p:spPr>
          <a:xfrm>
            <a:off x="4589551" y="1832152"/>
            <a:ext cx="4120017" cy="152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Langage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Python 3.8+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VS Code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packages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Stockage des </a:t>
            </a:r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Fichiers.npy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(format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binaire)</a:t>
            </a:r>
          </a:p>
        </p:txBody>
      </p:sp>
      <p:sp>
        <p:nvSpPr>
          <p:cNvPr id="10" name="Google Shape;724;p30">
            <a:extLst>
              <a:ext uri="{FF2B5EF4-FFF2-40B4-BE49-F238E27FC236}">
                <a16:creationId xmlns:a16="http://schemas.microsoft.com/office/drawing/2014/main" id="{72D42804-C0F0-6533-E5BB-1655E507E42A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</a:t>
            </a:r>
            <a:r>
              <a:rPr lang="fr-CI" dirty="0"/>
              <a:t>4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284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BA987-72DE-644A-EE05-A8D23952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C2BE00-99B8-764C-8CE4-BF7263719EE8}"/>
              </a:ext>
            </a:extLst>
          </p:cNvPr>
          <p:cNvSpPr/>
          <p:nvPr/>
        </p:nvSpPr>
        <p:spPr>
          <a:xfrm>
            <a:off x="287463" y="186779"/>
            <a:ext cx="6013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20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🎨 CHOIX MÉTHODOLOGIQUES JUSTIFIÉS</a:t>
            </a:r>
          </a:p>
          <a:p>
            <a:br>
              <a:rPr lang="fr-FR" sz="20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54AA4F1-2BA3-808C-84BC-14B4C9DA7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057988"/>
              </p:ext>
            </p:extLst>
          </p:nvPr>
        </p:nvGraphicFramePr>
        <p:xfrm>
          <a:off x="456966" y="668659"/>
          <a:ext cx="8064734" cy="41595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4680">
                  <a:extLst>
                    <a:ext uri="{9D8B030D-6E8A-4147-A177-3AD203B41FA5}">
                      <a16:colId xmlns:a16="http://schemas.microsoft.com/office/drawing/2014/main" val="2935393868"/>
                    </a:ext>
                  </a:extLst>
                </a:gridCol>
                <a:gridCol w="3193155">
                  <a:extLst>
                    <a:ext uri="{9D8B030D-6E8A-4147-A177-3AD203B41FA5}">
                      <a16:colId xmlns:a16="http://schemas.microsoft.com/office/drawing/2014/main" val="2610650932"/>
                    </a:ext>
                  </a:extLst>
                </a:gridCol>
                <a:gridCol w="2876899">
                  <a:extLst>
                    <a:ext uri="{9D8B030D-6E8A-4147-A177-3AD203B41FA5}">
                      <a16:colId xmlns:a16="http://schemas.microsoft.com/office/drawing/2014/main" val="3810212904"/>
                    </a:ext>
                  </a:extLst>
                </a:gridCol>
              </a:tblGrid>
              <a:tr h="3528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Choix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envisageable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098725679"/>
                  </a:ext>
                </a:extLst>
              </a:tr>
              <a:tr h="8151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Inception-</a:t>
                      </a:r>
                      <a:r>
                        <a:rPr lang="fr-FR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fr-F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V1</a:t>
                      </a:r>
                      <a:endParaRPr lang="fr-FR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VGG16, </a:t>
                      </a:r>
                      <a:r>
                        <a:rPr lang="fr-FR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fr-FR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classique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Optimisé pour la reconnaissance faciale, pas besoin de fine-tuning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051879949"/>
                  </a:ext>
                </a:extLst>
              </a:tr>
              <a:tr h="8151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Similarité cosinus</a:t>
                      </a:r>
                      <a:endParaRPr lang="fr-FR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euclidienne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Adaptée aux vecteurs normalisés, mesure angulaire indépendante de la norme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130276319"/>
                  </a:ext>
                </a:extLst>
              </a:tr>
              <a:tr h="8151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FairFace</a:t>
                      </a:r>
                      <a:endParaRPr lang="fr-FR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CelebA, LFW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Équilibre démographique, réduction des biais ethniques et de genre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68500395"/>
                  </a:ext>
                </a:extLst>
              </a:tr>
              <a:tr h="6192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</a:t>
                      </a:r>
                      <a:endParaRPr lang="fr-FR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Fine-tuning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Simplicité, rapidité, pas de risque de sur-apprentissage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609278163"/>
                  </a:ext>
                </a:extLst>
              </a:tr>
              <a:tr h="6192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MTCNN</a:t>
                      </a:r>
                      <a:endParaRPr lang="fr-FR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Haar Cascades, Dlib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Précision supérieure, détection </a:t>
                      </a:r>
                      <a:r>
                        <a:rPr lang="fr-FR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multi-faces</a:t>
                      </a:r>
                      <a:r>
                        <a:rPr lang="fr-F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alignement robuste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094284582"/>
                  </a:ext>
                </a:extLst>
              </a:tr>
            </a:tbl>
          </a:graphicData>
        </a:graphic>
      </p:graphicFrame>
      <p:sp>
        <p:nvSpPr>
          <p:cNvPr id="6" name="Google Shape;724;p30">
            <a:extLst>
              <a:ext uri="{FF2B5EF4-FFF2-40B4-BE49-F238E27FC236}">
                <a16:creationId xmlns:a16="http://schemas.microsoft.com/office/drawing/2014/main" id="{F46CE9E6-917F-C78C-9C6C-DEEBC55C862E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5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958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2E7FB-C85F-6105-0A33-C3552D0A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02B26C-9407-7843-4ECA-215A124B39AF}"/>
              </a:ext>
            </a:extLst>
          </p:cNvPr>
          <p:cNvSpPr/>
          <p:nvPr/>
        </p:nvSpPr>
        <p:spPr>
          <a:xfrm>
            <a:off x="287463" y="186779"/>
            <a:ext cx="6013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27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🎨 INTERFACE UTILISATEUR </a:t>
            </a:r>
          </a:p>
          <a:p>
            <a:br>
              <a:rPr lang="fr-FR" sz="270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solidFill>
                <a:srgbClr val="1E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71D590-C39F-3B2D-A31A-5F05188F823E}"/>
              </a:ext>
            </a:extLst>
          </p:cNvPr>
          <p:cNvSpPr/>
          <p:nvPr/>
        </p:nvSpPr>
        <p:spPr>
          <a:xfrm>
            <a:off x="114300" y="885982"/>
            <a:ext cx="0" cy="36948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BBC712A-4097-AF3D-02CD-D04F8A3686D1}"/>
              </a:ext>
            </a:extLst>
          </p:cNvPr>
          <p:cNvSpPr/>
          <p:nvPr/>
        </p:nvSpPr>
        <p:spPr>
          <a:xfrm>
            <a:off x="234168" y="778138"/>
            <a:ext cx="8478317" cy="4129059"/>
          </a:xfrm>
          <a:prstGeom prst="roundRect">
            <a:avLst>
              <a:gd name="adj" fmla="val 102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A324523B-8E84-75FD-068E-775A8BA213CB}"/>
              </a:ext>
            </a:extLst>
          </p:cNvPr>
          <p:cNvSpPr/>
          <p:nvPr/>
        </p:nvSpPr>
        <p:spPr>
          <a:xfrm>
            <a:off x="407972" y="1308174"/>
            <a:ext cx="8152544" cy="341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rendre notre système accessible à tous, nous avons développé une interface web intuitive avec 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permettant une interaction simple et directe sans compétences techniques.</a:t>
            </a:r>
          </a:p>
          <a:p>
            <a:pPr>
              <a:lnSpc>
                <a:spcPct val="150000"/>
              </a:lnSpc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L’utilisateur peut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Téléverser une photo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ou 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un selfie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 direct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Visualiser en temps réel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 détection et le recadrage du visage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Consulter les résultats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avec des badges couleur selon le degré de ressemblance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Explorer les statistiques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démographiques des sosies identifiés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expérience fluide, rapide et entièrement pilotée par l’IA.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724;p30">
            <a:extLst>
              <a:ext uri="{FF2B5EF4-FFF2-40B4-BE49-F238E27FC236}">
                <a16:creationId xmlns:a16="http://schemas.microsoft.com/office/drawing/2014/main" id="{DABF6215-F076-3875-1ACC-23CE846E9FB5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</a:t>
            </a:r>
            <a:r>
              <a:rPr lang="fr-CI" dirty="0"/>
              <a:t>6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1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DEF7F-1E1F-885D-5735-4D8B592C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BC4ED2-AE78-DDF5-0488-BFF3630BD109}"/>
              </a:ext>
            </a:extLst>
          </p:cNvPr>
          <p:cNvSpPr/>
          <p:nvPr/>
        </p:nvSpPr>
        <p:spPr>
          <a:xfrm>
            <a:off x="287463" y="186779"/>
            <a:ext cx="6013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2700" b="1" dirty="0">
                <a:solidFill>
                  <a:srgbClr val="1E3A8A"/>
                </a:solidFill>
                <a:latin typeface="Arial" pitchFamily="34" charset="0"/>
                <a:cs typeface="Arial" pitchFamily="34" charset="-120"/>
              </a:rPr>
              <a:t>🎨 DÉMONSTRATION </a:t>
            </a:r>
          </a:p>
          <a:p>
            <a:br>
              <a:rPr lang="fr-FR" sz="2700" b="1" dirty="0">
                <a:solidFill>
                  <a:srgbClr val="1E3A8A"/>
                </a:solidFill>
                <a:latin typeface="Arial" pitchFamily="34" charset="0"/>
                <a:cs typeface="Arial" pitchFamily="34" charset="-120"/>
              </a:rPr>
            </a:br>
            <a:endParaRPr lang="en-US" sz="2700" b="1" dirty="0">
              <a:solidFill>
                <a:srgbClr val="1E3A8A"/>
              </a:solidFill>
              <a:latin typeface="Arial" pitchFamily="34" charset="0"/>
              <a:cs typeface="Arial" pitchFamily="34" charset="-120"/>
            </a:endParaRPr>
          </a:p>
        </p:txBody>
      </p:sp>
      <p:grpSp>
        <p:nvGrpSpPr>
          <p:cNvPr id="6" name="Google Shape;2051;p60">
            <a:extLst>
              <a:ext uri="{FF2B5EF4-FFF2-40B4-BE49-F238E27FC236}">
                <a16:creationId xmlns:a16="http://schemas.microsoft.com/office/drawing/2014/main" id="{3BD31FB4-7F5E-3809-B254-F3702448BD54}"/>
              </a:ext>
            </a:extLst>
          </p:cNvPr>
          <p:cNvGrpSpPr/>
          <p:nvPr/>
        </p:nvGrpSpPr>
        <p:grpSpPr>
          <a:xfrm>
            <a:off x="247328" y="859113"/>
            <a:ext cx="5131866" cy="4154321"/>
            <a:chOff x="481225" y="480644"/>
            <a:chExt cx="4011828" cy="4055293"/>
          </a:xfrm>
        </p:grpSpPr>
        <p:sp>
          <p:nvSpPr>
            <p:cNvPr id="7" name="Google Shape;2052;p60">
              <a:extLst>
                <a:ext uri="{FF2B5EF4-FFF2-40B4-BE49-F238E27FC236}">
                  <a16:creationId xmlns:a16="http://schemas.microsoft.com/office/drawing/2014/main" id="{76A3953C-BAA5-CD52-AB84-F3D726735881}"/>
                </a:ext>
              </a:extLst>
            </p:cNvPr>
            <p:cNvSpPr/>
            <p:nvPr/>
          </p:nvSpPr>
          <p:spPr>
            <a:xfrm>
              <a:off x="875392" y="2335045"/>
              <a:ext cx="3406500" cy="1931622"/>
            </a:xfrm>
            <a:custGeom>
              <a:avLst/>
              <a:gdLst/>
              <a:ahLst/>
              <a:cxnLst/>
              <a:rect l="l" t="t" r="r" b="b"/>
              <a:pathLst>
                <a:path w="54005" h="30623" extrusionOk="0">
                  <a:moveTo>
                    <a:pt x="36757" y="0"/>
                  </a:moveTo>
                  <a:cubicBezTo>
                    <a:pt x="35536" y="0"/>
                    <a:pt x="34315" y="269"/>
                    <a:pt x="33384" y="807"/>
                  </a:cubicBezTo>
                  <a:lnTo>
                    <a:pt x="1898" y="18985"/>
                  </a:lnTo>
                  <a:cubicBezTo>
                    <a:pt x="37" y="20061"/>
                    <a:pt x="1" y="21814"/>
                    <a:pt x="1862" y="22890"/>
                  </a:cubicBezTo>
                  <a:lnTo>
                    <a:pt x="13912" y="29815"/>
                  </a:lnTo>
                  <a:cubicBezTo>
                    <a:pt x="14843" y="30353"/>
                    <a:pt x="16064" y="30622"/>
                    <a:pt x="17285" y="30622"/>
                  </a:cubicBezTo>
                  <a:cubicBezTo>
                    <a:pt x="18505" y="30622"/>
                    <a:pt x="19726" y="30353"/>
                    <a:pt x="20657" y="29815"/>
                  </a:cubicBezTo>
                  <a:lnTo>
                    <a:pt x="52143" y="11637"/>
                  </a:lnTo>
                  <a:cubicBezTo>
                    <a:pt x="54004" y="10561"/>
                    <a:pt x="54004" y="8820"/>
                    <a:pt x="52143" y="7745"/>
                  </a:cubicBezTo>
                  <a:lnTo>
                    <a:pt x="40129" y="807"/>
                  </a:lnTo>
                  <a:cubicBezTo>
                    <a:pt x="39198" y="269"/>
                    <a:pt x="37977" y="0"/>
                    <a:pt x="367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" name="Google Shape;2053;p60">
              <a:extLst>
                <a:ext uri="{FF2B5EF4-FFF2-40B4-BE49-F238E27FC236}">
                  <a16:creationId xmlns:a16="http://schemas.microsoft.com/office/drawing/2014/main" id="{AB2DF6C4-FCB5-C1D5-5F66-DDD436F5C025}"/>
                </a:ext>
              </a:extLst>
            </p:cNvPr>
            <p:cNvSpPr/>
            <p:nvPr/>
          </p:nvSpPr>
          <p:spPr>
            <a:xfrm>
              <a:off x="1766665" y="3784871"/>
              <a:ext cx="513135" cy="215725"/>
            </a:xfrm>
            <a:custGeom>
              <a:avLst/>
              <a:gdLst/>
              <a:ahLst/>
              <a:cxnLst/>
              <a:rect l="l" t="t" r="r" b="b"/>
              <a:pathLst>
                <a:path w="8135" h="3420" extrusionOk="0">
                  <a:moveTo>
                    <a:pt x="3688" y="1"/>
                  </a:moveTo>
                  <a:cubicBezTo>
                    <a:pt x="2336" y="1"/>
                    <a:pt x="1002" y="395"/>
                    <a:pt x="0" y="1186"/>
                  </a:cubicBezTo>
                  <a:lnTo>
                    <a:pt x="12" y="2431"/>
                  </a:lnTo>
                  <a:lnTo>
                    <a:pt x="665" y="2830"/>
                  </a:lnTo>
                  <a:cubicBezTo>
                    <a:pt x="1366" y="3238"/>
                    <a:pt x="2197" y="3420"/>
                    <a:pt x="3066" y="3420"/>
                  </a:cubicBezTo>
                  <a:cubicBezTo>
                    <a:pt x="4203" y="3420"/>
                    <a:pt x="5405" y="3109"/>
                    <a:pt x="6466" y="2588"/>
                  </a:cubicBezTo>
                  <a:lnTo>
                    <a:pt x="8134" y="1621"/>
                  </a:lnTo>
                  <a:cubicBezTo>
                    <a:pt x="7796" y="1379"/>
                    <a:pt x="7458" y="1149"/>
                    <a:pt x="7131" y="944"/>
                  </a:cubicBezTo>
                  <a:cubicBezTo>
                    <a:pt x="6121" y="316"/>
                    <a:pt x="4898" y="1"/>
                    <a:pt x="368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" name="Google Shape;2054;p60">
              <a:extLst>
                <a:ext uri="{FF2B5EF4-FFF2-40B4-BE49-F238E27FC236}">
                  <a16:creationId xmlns:a16="http://schemas.microsoft.com/office/drawing/2014/main" id="{BEDC5775-1F8C-3D15-2C6B-9496DFAA12D8}"/>
                </a:ext>
              </a:extLst>
            </p:cNvPr>
            <p:cNvSpPr/>
            <p:nvPr/>
          </p:nvSpPr>
          <p:spPr>
            <a:xfrm>
              <a:off x="870787" y="3191001"/>
              <a:ext cx="157126" cy="315703"/>
            </a:xfrm>
            <a:custGeom>
              <a:avLst/>
              <a:gdLst/>
              <a:ahLst/>
              <a:cxnLst/>
              <a:rect l="l" t="t" r="r" b="b"/>
              <a:pathLst>
                <a:path w="2491" h="5005" extrusionOk="0">
                  <a:moveTo>
                    <a:pt x="1814" y="1"/>
                  </a:moveTo>
                  <a:cubicBezTo>
                    <a:pt x="1" y="907"/>
                    <a:pt x="98" y="3699"/>
                    <a:pt x="1959" y="4775"/>
                  </a:cubicBezTo>
                  <a:lnTo>
                    <a:pt x="2491" y="5005"/>
                  </a:lnTo>
                  <a:lnTo>
                    <a:pt x="2491" y="5005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" name="Google Shape;2055;p60">
              <a:extLst>
                <a:ext uri="{FF2B5EF4-FFF2-40B4-BE49-F238E27FC236}">
                  <a16:creationId xmlns:a16="http://schemas.microsoft.com/office/drawing/2014/main" id="{79F4A0FD-0990-05EB-D936-C0E2E1E07075}"/>
                </a:ext>
              </a:extLst>
            </p:cNvPr>
            <p:cNvSpPr/>
            <p:nvPr/>
          </p:nvSpPr>
          <p:spPr>
            <a:xfrm>
              <a:off x="4159795" y="2587921"/>
              <a:ext cx="93859" cy="214337"/>
            </a:xfrm>
            <a:custGeom>
              <a:avLst/>
              <a:gdLst/>
              <a:ahLst/>
              <a:cxnLst/>
              <a:rect l="l" t="t" r="r" b="b"/>
              <a:pathLst>
                <a:path w="1488" h="3398" extrusionOk="0">
                  <a:moveTo>
                    <a:pt x="1463" y="1"/>
                  </a:moveTo>
                  <a:lnTo>
                    <a:pt x="1" y="37"/>
                  </a:lnTo>
                  <a:lnTo>
                    <a:pt x="1" y="3397"/>
                  </a:lnTo>
                  <a:lnTo>
                    <a:pt x="73" y="3349"/>
                  </a:lnTo>
                  <a:cubicBezTo>
                    <a:pt x="1197" y="2696"/>
                    <a:pt x="1487" y="2092"/>
                    <a:pt x="146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" name="Google Shape;2056;p60">
              <a:extLst>
                <a:ext uri="{FF2B5EF4-FFF2-40B4-BE49-F238E27FC236}">
                  <a16:creationId xmlns:a16="http://schemas.microsoft.com/office/drawing/2014/main" id="{8E7EE7A3-F1B0-C816-FA05-5C750976470E}"/>
                </a:ext>
              </a:extLst>
            </p:cNvPr>
            <p:cNvSpPr/>
            <p:nvPr/>
          </p:nvSpPr>
          <p:spPr>
            <a:xfrm>
              <a:off x="875392" y="1985094"/>
              <a:ext cx="3406500" cy="1930865"/>
            </a:xfrm>
            <a:custGeom>
              <a:avLst/>
              <a:gdLst/>
              <a:ahLst/>
              <a:cxnLst/>
              <a:rect l="l" t="t" r="r" b="b"/>
              <a:pathLst>
                <a:path w="54005" h="30611" extrusionOk="0">
                  <a:moveTo>
                    <a:pt x="36757" y="0"/>
                  </a:moveTo>
                  <a:cubicBezTo>
                    <a:pt x="35536" y="0"/>
                    <a:pt x="34315" y="269"/>
                    <a:pt x="33384" y="807"/>
                  </a:cubicBezTo>
                  <a:lnTo>
                    <a:pt x="1898" y="18974"/>
                  </a:lnTo>
                  <a:cubicBezTo>
                    <a:pt x="37" y="20049"/>
                    <a:pt x="1" y="21814"/>
                    <a:pt x="1862" y="22890"/>
                  </a:cubicBezTo>
                  <a:lnTo>
                    <a:pt x="13912" y="29803"/>
                  </a:lnTo>
                  <a:cubicBezTo>
                    <a:pt x="14843" y="30341"/>
                    <a:pt x="16064" y="30610"/>
                    <a:pt x="17285" y="30610"/>
                  </a:cubicBezTo>
                  <a:cubicBezTo>
                    <a:pt x="18505" y="30610"/>
                    <a:pt x="19726" y="30341"/>
                    <a:pt x="20657" y="29803"/>
                  </a:cubicBezTo>
                  <a:lnTo>
                    <a:pt x="52143" y="11637"/>
                  </a:lnTo>
                  <a:cubicBezTo>
                    <a:pt x="54004" y="10561"/>
                    <a:pt x="54004" y="8808"/>
                    <a:pt x="52143" y="7733"/>
                  </a:cubicBezTo>
                  <a:lnTo>
                    <a:pt x="40129" y="807"/>
                  </a:lnTo>
                  <a:cubicBezTo>
                    <a:pt x="39198" y="269"/>
                    <a:pt x="37977" y="0"/>
                    <a:pt x="367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" name="Google Shape;2057;p60">
              <a:extLst>
                <a:ext uri="{FF2B5EF4-FFF2-40B4-BE49-F238E27FC236}">
                  <a16:creationId xmlns:a16="http://schemas.microsoft.com/office/drawing/2014/main" id="{873E104A-8A59-A3BD-44FC-D1DF26E1C3F0}"/>
                </a:ext>
              </a:extLst>
            </p:cNvPr>
            <p:cNvSpPr/>
            <p:nvPr/>
          </p:nvSpPr>
          <p:spPr>
            <a:xfrm>
              <a:off x="1130789" y="2106076"/>
              <a:ext cx="2915505" cy="1683475"/>
            </a:xfrm>
            <a:custGeom>
              <a:avLst/>
              <a:gdLst/>
              <a:ahLst/>
              <a:cxnLst/>
              <a:rect l="l" t="t" r="r" b="b"/>
              <a:pathLst>
                <a:path w="46221" h="26689" extrusionOk="0">
                  <a:moveTo>
                    <a:pt x="29517" y="1"/>
                  </a:moveTo>
                  <a:lnTo>
                    <a:pt x="1" y="17043"/>
                  </a:lnTo>
                  <a:lnTo>
                    <a:pt x="16705" y="26689"/>
                  </a:lnTo>
                  <a:lnTo>
                    <a:pt x="46221" y="9646"/>
                  </a:lnTo>
                  <a:lnTo>
                    <a:pt x="29517" y="1"/>
                  </a:lnTo>
                  <a:close/>
                </a:path>
              </a:pathLst>
            </a:custGeom>
            <a:solidFill>
              <a:srgbClr val="ADCC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" name="Google Shape;2058;p60">
              <a:extLst>
                <a:ext uri="{FF2B5EF4-FFF2-40B4-BE49-F238E27FC236}">
                  <a16:creationId xmlns:a16="http://schemas.microsoft.com/office/drawing/2014/main" id="{A7BA57DE-BE98-0BC7-9C40-DBB1EEE56658}"/>
                </a:ext>
              </a:extLst>
            </p:cNvPr>
            <p:cNvSpPr/>
            <p:nvPr/>
          </p:nvSpPr>
          <p:spPr>
            <a:xfrm>
              <a:off x="1409840" y="3496735"/>
              <a:ext cx="228025" cy="131958"/>
            </a:xfrm>
            <a:custGeom>
              <a:avLst/>
              <a:gdLst/>
              <a:ahLst/>
              <a:cxnLst/>
              <a:rect l="l" t="t" r="r" b="b"/>
              <a:pathLst>
                <a:path w="3615" h="2092" extrusionOk="0">
                  <a:moveTo>
                    <a:pt x="1813" y="0"/>
                  </a:moveTo>
                  <a:cubicBezTo>
                    <a:pt x="810" y="0"/>
                    <a:pt x="0" y="472"/>
                    <a:pt x="0" y="1052"/>
                  </a:cubicBezTo>
                  <a:cubicBezTo>
                    <a:pt x="0" y="1620"/>
                    <a:pt x="810" y="2091"/>
                    <a:pt x="1813" y="2091"/>
                  </a:cubicBezTo>
                  <a:cubicBezTo>
                    <a:pt x="2805" y="2091"/>
                    <a:pt x="3614" y="1620"/>
                    <a:pt x="3614" y="1052"/>
                  </a:cubicBezTo>
                  <a:cubicBezTo>
                    <a:pt x="3614" y="472"/>
                    <a:pt x="2805" y="0"/>
                    <a:pt x="1813" y="0"/>
                  </a:cubicBezTo>
                  <a:close/>
                </a:path>
              </a:pathLst>
            </a:custGeom>
            <a:solidFill>
              <a:srgbClr val="FFFFFF"/>
            </a:solidFill>
            <a:ln w="3625" cap="flat" cmpd="sng">
              <a:solidFill>
                <a:srgbClr val="808080"/>
              </a:solidFill>
              <a:prstDash val="solid"/>
              <a:miter lim="120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" name="Google Shape;2059;p60">
              <a:extLst>
                <a:ext uri="{FF2B5EF4-FFF2-40B4-BE49-F238E27FC236}">
                  <a16:creationId xmlns:a16="http://schemas.microsoft.com/office/drawing/2014/main" id="{4F63F290-70A0-091F-EC7A-16021FDDD893}"/>
                </a:ext>
              </a:extLst>
            </p:cNvPr>
            <p:cNvSpPr/>
            <p:nvPr/>
          </p:nvSpPr>
          <p:spPr>
            <a:xfrm>
              <a:off x="3419527" y="2207504"/>
              <a:ext cx="44280" cy="25231"/>
            </a:xfrm>
            <a:custGeom>
              <a:avLst/>
              <a:gdLst/>
              <a:ahLst/>
              <a:cxnLst/>
              <a:rect l="l" t="t" r="r" b="b"/>
              <a:pathLst>
                <a:path w="702" h="400" extrusionOk="0">
                  <a:moveTo>
                    <a:pt x="351" y="0"/>
                  </a:moveTo>
                  <a:cubicBezTo>
                    <a:pt x="157" y="0"/>
                    <a:pt x="0" y="85"/>
                    <a:pt x="0" y="194"/>
                  </a:cubicBezTo>
                  <a:cubicBezTo>
                    <a:pt x="0" y="315"/>
                    <a:pt x="157" y="399"/>
                    <a:pt x="351" y="399"/>
                  </a:cubicBezTo>
                  <a:cubicBezTo>
                    <a:pt x="544" y="399"/>
                    <a:pt x="701" y="315"/>
                    <a:pt x="701" y="194"/>
                  </a:cubicBezTo>
                  <a:cubicBezTo>
                    <a:pt x="701" y="85"/>
                    <a:pt x="544" y="0"/>
                    <a:pt x="3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" name="Google Shape;2060;p60">
              <a:extLst>
                <a:ext uri="{FF2B5EF4-FFF2-40B4-BE49-F238E27FC236}">
                  <a16:creationId xmlns:a16="http://schemas.microsoft.com/office/drawing/2014/main" id="{64114D7E-828D-6384-1387-26DF2E1D974E}"/>
                </a:ext>
              </a:extLst>
            </p:cNvPr>
            <p:cNvSpPr/>
            <p:nvPr/>
          </p:nvSpPr>
          <p:spPr>
            <a:xfrm>
              <a:off x="3532371" y="2273861"/>
              <a:ext cx="220393" cy="125840"/>
            </a:xfrm>
            <a:custGeom>
              <a:avLst/>
              <a:gdLst/>
              <a:ahLst/>
              <a:cxnLst/>
              <a:rect l="l" t="t" r="r" b="b"/>
              <a:pathLst>
                <a:path w="3494" h="1995" extrusionOk="0">
                  <a:moveTo>
                    <a:pt x="224" y="0"/>
                  </a:moveTo>
                  <a:cubicBezTo>
                    <a:pt x="175" y="0"/>
                    <a:pt x="127" y="12"/>
                    <a:pt x="85" y="36"/>
                  </a:cubicBezTo>
                  <a:cubicBezTo>
                    <a:pt x="0" y="60"/>
                    <a:pt x="0" y="169"/>
                    <a:pt x="85" y="206"/>
                  </a:cubicBezTo>
                  <a:lnTo>
                    <a:pt x="3131" y="1958"/>
                  </a:lnTo>
                  <a:cubicBezTo>
                    <a:pt x="3173" y="1982"/>
                    <a:pt x="3221" y="1994"/>
                    <a:pt x="3270" y="1994"/>
                  </a:cubicBezTo>
                  <a:cubicBezTo>
                    <a:pt x="3318" y="1994"/>
                    <a:pt x="3366" y="1982"/>
                    <a:pt x="3409" y="1958"/>
                  </a:cubicBezTo>
                  <a:cubicBezTo>
                    <a:pt x="3493" y="1910"/>
                    <a:pt x="3493" y="1837"/>
                    <a:pt x="3409" y="1801"/>
                  </a:cubicBezTo>
                  <a:lnTo>
                    <a:pt x="363" y="36"/>
                  </a:lnTo>
                  <a:cubicBezTo>
                    <a:pt x="320" y="12"/>
                    <a:pt x="272" y="0"/>
                    <a:pt x="2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" name="Google Shape;2061;p60">
              <a:extLst>
                <a:ext uri="{FF2B5EF4-FFF2-40B4-BE49-F238E27FC236}">
                  <a16:creationId xmlns:a16="http://schemas.microsoft.com/office/drawing/2014/main" id="{4DE93EF5-3E83-1FDA-F980-A456D004C11B}"/>
                </a:ext>
              </a:extLst>
            </p:cNvPr>
            <p:cNvSpPr/>
            <p:nvPr/>
          </p:nvSpPr>
          <p:spPr>
            <a:xfrm>
              <a:off x="3697001" y="2288495"/>
              <a:ext cx="35134" cy="18734"/>
            </a:xfrm>
            <a:custGeom>
              <a:avLst/>
              <a:gdLst/>
              <a:ahLst/>
              <a:cxnLst/>
              <a:rect l="l" t="t" r="r" b="b"/>
              <a:pathLst>
                <a:path w="557" h="297" extrusionOk="0">
                  <a:moveTo>
                    <a:pt x="285" y="1"/>
                  </a:moveTo>
                  <a:cubicBezTo>
                    <a:pt x="224" y="1"/>
                    <a:pt x="164" y="16"/>
                    <a:pt x="110" y="46"/>
                  </a:cubicBezTo>
                  <a:cubicBezTo>
                    <a:pt x="1" y="82"/>
                    <a:pt x="1" y="215"/>
                    <a:pt x="110" y="252"/>
                  </a:cubicBezTo>
                  <a:cubicBezTo>
                    <a:pt x="164" y="282"/>
                    <a:pt x="224" y="297"/>
                    <a:pt x="285" y="297"/>
                  </a:cubicBezTo>
                  <a:cubicBezTo>
                    <a:pt x="345" y="297"/>
                    <a:pt x="406" y="282"/>
                    <a:pt x="460" y="252"/>
                  </a:cubicBezTo>
                  <a:cubicBezTo>
                    <a:pt x="557" y="215"/>
                    <a:pt x="557" y="82"/>
                    <a:pt x="460" y="46"/>
                  </a:cubicBezTo>
                  <a:cubicBezTo>
                    <a:pt x="406" y="16"/>
                    <a:pt x="345" y="1"/>
                    <a:pt x="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" name="Google Shape;2062;p60">
              <a:extLst>
                <a:ext uri="{FF2B5EF4-FFF2-40B4-BE49-F238E27FC236}">
                  <a16:creationId xmlns:a16="http://schemas.microsoft.com/office/drawing/2014/main" id="{97444D5F-91E0-9A9C-0383-CE36AAA508D5}"/>
                </a:ext>
              </a:extLst>
            </p:cNvPr>
            <p:cNvSpPr/>
            <p:nvPr/>
          </p:nvSpPr>
          <p:spPr>
            <a:xfrm>
              <a:off x="3292175" y="1867455"/>
              <a:ext cx="63" cy="820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" name="Google Shape;2063;p60">
              <a:extLst>
                <a:ext uri="{FF2B5EF4-FFF2-40B4-BE49-F238E27FC236}">
                  <a16:creationId xmlns:a16="http://schemas.microsoft.com/office/drawing/2014/main" id="{06E92007-1185-7BC8-12D7-972033C0EE15}"/>
                </a:ext>
              </a:extLst>
            </p:cNvPr>
            <p:cNvSpPr/>
            <p:nvPr/>
          </p:nvSpPr>
          <p:spPr>
            <a:xfrm>
              <a:off x="994354" y="3429621"/>
              <a:ext cx="773898" cy="508594"/>
            </a:xfrm>
            <a:custGeom>
              <a:avLst/>
              <a:gdLst/>
              <a:ahLst/>
              <a:cxnLst/>
              <a:rect l="l" t="t" r="r" b="b"/>
              <a:pathLst>
                <a:path w="12269" h="8063" extrusionOk="0">
                  <a:moveTo>
                    <a:pt x="0" y="1"/>
                  </a:moveTo>
                  <a:lnTo>
                    <a:pt x="0" y="980"/>
                  </a:lnTo>
                  <a:lnTo>
                    <a:pt x="12268" y="8063"/>
                  </a:lnTo>
                  <a:lnTo>
                    <a:pt x="12256" y="70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" name="Google Shape;2064;p60">
              <a:extLst>
                <a:ext uri="{FF2B5EF4-FFF2-40B4-BE49-F238E27FC236}">
                  <a16:creationId xmlns:a16="http://schemas.microsoft.com/office/drawing/2014/main" id="{D9D4DB01-3886-4C8D-98B1-D9F2D288907D}"/>
                </a:ext>
              </a:extLst>
            </p:cNvPr>
            <p:cNvSpPr/>
            <p:nvPr/>
          </p:nvSpPr>
          <p:spPr>
            <a:xfrm>
              <a:off x="2174519" y="2703857"/>
              <a:ext cx="2010532" cy="1244267"/>
            </a:xfrm>
            <a:custGeom>
              <a:avLst/>
              <a:gdLst/>
              <a:ahLst/>
              <a:cxnLst/>
              <a:rect l="l" t="t" r="r" b="b"/>
              <a:pathLst>
                <a:path w="31874" h="19726" extrusionOk="0">
                  <a:moveTo>
                    <a:pt x="31873" y="0"/>
                  </a:moveTo>
                  <a:lnTo>
                    <a:pt x="0" y="18445"/>
                  </a:lnTo>
                  <a:lnTo>
                    <a:pt x="0" y="19726"/>
                  </a:lnTo>
                  <a:lnTo>
                    <a:pt x="31873" y="1318"/>
                  </a:lnTo>
                  <a:lnTo>
                    <a:pt x="31873" y="0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" name="Google Shape;2065;p60">
              <a:extLst>
                <a:ext uri="{FF2B5EF4-FFF2-40B4-BE49-F238E27FC236}">
                  <a16:creationId xmlns:a16="http://schemas.microsoft.com/office/drawing/2014/main" id="{ADA5DCC5-B30C-54F7-0BEE-627B8232B147}"/>
                </a:ext>
              </a:extLst>
            </p:cNvPr>
            <p:cNvSpPr/>
            <p:nvPr/>
          </p:nvSpPr>
          <p:spPr>
            <a:xfrm>
              <a:off x="2175276" y="3835206"/>
              <a:ext cx="53427" cy="112152"/>
            </a:xfrm>
            <a:custGeom>
              <a:avLst/>
              <a:gdLst/>
              <a:ahLst/>
              <a:cxnLst/>
              <a:rect l="l" t="t" r="r" b="b"/>
              <a:pathLst>
                <a:path w="847" h="1778" extrusionOk="0">
                  <a:moveTo>
                    <a:pt x="847" y="1"/>
                  </a:moveTo>
                  <a:lnTo>
                    <a:pt x="1" y="497"/>
                  </a:lnTo>
                  <a:lnTo>
                    <a:pt x="1" y="1778"/>
                  </a:lnTo>
                  <a:lnTo>
                    <a:pt x="847" y="1294"/>
                  </a:lnTo>
                  <a:lnTo>
                    <a:pt x="8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" name="Google Shape;2066;p60">
              <a:extLst>
                <a:ext uri="{FF2B5EF4-FFF2-40B4-BE49-F238E27FC236}">
                  <a16:creationId xmlns:a16="http://schemas.microsoft.com/office/drawing/2014/main" id="{E1BE0A91-83D7-6CD9-6A20-CBC995C64BD3}"/>
                </a:ext>
              </a:extLst>
            </p:cNvPr>
            <p:cNvSpPr/>
            <p:nvPr/>
          </p:nvSpPr>
          <p:spPr>
            <a:xfrm>
              <a:off x="4126995" y="2700009"/>
              <a:ext cx="58788" cy="119784"/>
            </a:xfrm>
            <a:custGeom>
              <a:avLst/>
              <a:gdLst/>
              <a:ahLst/>
              <a:cxnLst/>
              <a:rect l="l" t="t" r="r" b="b"/>
              <a:pathLst>
                <a:path w="932" h="1899" extrusionOk="0">
                  <a:moveTo>
                    <a:pt x="932" y="1"/>
                  </a:moveTo>
                  <a:lnTo>
                    <a:pt x="1" y="581"/>
                  </a:lnTo>
                  <a:lnTo>
                    <a:pt x="1" y="1898"/>
                  </a:lnTo>
                  <a:lnTo>
                    <a:pt x="932" y="1318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" name="Google Shape;2067;p60">
              <a:extLst>
                <a:ext uri="{FF2B5EF4-FFF2-40B4-BE49-F238E27FC236}">
                  <a16:creationId xmlns:a16="http://schemas.microsoft.com/office/drawing/2014/main" id="{C729B087-3467-0FAE-E9A9-F77F042FD0AE}"/>
                </a:ext>
              </a:extLst>
            </p:cNvPr>
            <p:cNvSpPr/>
            <p:nvPr/>
          </p:nvSpPr>
          <p:spPr>
            <a:xfrm>
              <a:off x="3788526" y="2861676"/>
              <a:ext cx="178446" cy="128867"/>
            </a:xfrm>
            <a:custGeom>
              <a:avLst/>
              <a:gdLst/>
              <a:ahLst/>
              <a:cxnLst/>
              <a:rect l="l" t="t" r="r" b="b"/>
              <a:pathLst>
                <a:path w="2829" h="2043" extrusionOk="0">
                  <a:moveTo>
                    <a:pt x="2599" y="0"/>
                  </a:moveTo>
                  <a:cubicBezTo>
                    <a:pt x="2539" y="0"/>
                    <a:pt x="2490" y="24"/>
                    <a:pt x="2442" y="48"/>
                  </a:cubicBezTo>
                  <a:lnTo>
                    <a:pt x="290" y="1293"/>
                  </a:lnTo>
                  <a:cubicBezTo>
                    <a:pt x="121" y="1402"/>
                    <a:pt x="12" y="1583"/>
                    <a:pt x="0" y="1789"/>
                  </a:cubicBezTo>
                  <a:cubicBezTo>
                    <a:pt x="0" y="1958"/>
                    <a:pt x="109" y="2043"/>
                    <a:pt x="218" y="2043"/>
                  </a:cubicBezTo>
                  <a:cubicBezTo>
                    <a:pt x="266" y="2043"/>
                    <a:pt x="327" y="2019"/>
                    <a:pt x="375" y="1994"/>
                  </a:cubicBezTo>
                  <a:lnTo>
                    <a:pt x="2514" y="749"/>
                  </a:lnTo>
                  <a:cubicBezTo>
                    <a:pt x="2696" y="641"/>
                    <a:pt x="2792" y="459"/>
                    <a:pt x="2804" y="254"/>
                  </a:cubicBezTo>
                  <a:cubicBezTo>
                    <a:pt x="2829" y="121"/>
                    <a:pt x="2732" y="12"/>
                    <a:pt x="2599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" name="Google Shape;2068;p60">
              <a:extLst>
                <a:ext uri="{FF2B5EF4-FFF2-40B4-BE49-F238E27FC236}">
                  <a16:creationId xmlns:a16="http://schemas.microsoft.com/office/drawing/2014/main" id="{5C93D66D-FB83-2563-BD21-DE0AC05F95FA}"/>
                </a:ext>
              </a:extLst>
            </p:cNvPr>
            <p:cNvSpPr/>
            <p:nvPr/>
          </p:nvSpPr>
          <p:spPr>
            <a:xfrm>
              <a:off x="3800699" y="2870569"/>
              <a:ext cx="167786" cy="119532"/>
            </a:xfrm>
            <a:custGeom>
              <a:avLst/>
              <a:gdLst/>
              <a:ahLst/>
              <a:cxnLst/>
              <a:rect l="l" t="t" r="r" b="b"/>
              <a:pathLst>
                <a:path w="2660" h="1895" extrusionOk="0">
                  <a:moveTo>
                    <a:pt x="2509" y="0"/>
                  </a:moveTo>
                  <a:cubicBezTo>
                    <a:pt x="2471" y="0"/>
                    <a:pt x="2434" y="12"/>
                    <a:pt x="2406" y="40"/>
                  </a:cubicBezTo>
                  <a:lnTo>
                    <a:pt x="254" y="1273"/>
                  </a:lnTo>
                  <a:cubicBezTo>
                    <a:pt x="109" y="1370"/>
                    <a:pt x="13" y="1539"/>
                    <a:pt x="1" y="1708"/>
                  </a:cubicBezTo>
                  <a:cubicBezTo>
                    <a:pt x="1" y="1781"/>
                    <a:pt x="25" y="1841"/>
                    <a:pt x="73" y="1878"/>
                  </a:cubicBezTo>
                  <a:cubicBezTo>
                    <a:pt x="100" y="1888"/>
                    <a:pt x="130" y="1894"/>
                    <a:pt x="159" y="1894"/>
                  </a:cubicBezTo>
                  <a:cubicBezTo>
                    <a:pt x="194" y="1894"/>
                    <a:pt x="228" y="1885"/>
                    <a:pt x="254" y="1865"/>
                  </a:cubicBezTo>
                  <a:lnTo>
                    <a:pt x="2406" y="620"/>
                  </a:lnTo>
                  <a:cubicBezTo>
                    <a:pt x="2551" y="524"/>
                    <a:pt x="2648" y="355"/>
                    <a:pt x="2660" y="185"/>
                  </a:cubicBezTo>
                  <a:cubicBezTo>
                    <a:pt x="2660" y="125"/>
                    <a:pt x="2636" y="52"/>
                    <a:pt x="2587" y="16"/>
                  </a:cubicBezTo>
                  <a:cubicBezTo>
                    <a:pt x="2562" y="6"/>
                    <a:pt x="2535" y="0"/>
                    <a:pt x="2509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" name="Google Shape;2069;p60">
              <a:extLst>
                <a:ext uri="{FF2B5EF4-FFF2-40B4-BE49-F238E27FC236}">
                  <a16:creationId xmlns:a16="http://schemas.microsoft.com/office/drawing/2014/main" id="{F500AF02-1774-8FC4-D87D-FAA11064CBB9}"/>
                </a:ext>
              </a:extLst>
            </p:cNvPr>
            <p:cNvSpPr/>
            <p:nvPr/>
          </p:nvSpPr>
          <p:spPr>
            <a:xfrm>
              <a:off x="3801456" y="2870696"/>
              <a:ext cx="167029" cy="119469"/>
            </a:xfrm>
            <a:custGeom>
              <a:avLst/>
              <a:gdLst/>
              <a:ahLst/>
              <a:cxnLst/>
              <a:rect l="l" t="t" r="r" b="b"/>
              <a:pathLst>
                <a:path w="2648" h="1894" extrusionOk="0">
                  <a:moveTo>
                    <a:pt x="2514" y="0"/>
                  </a:moveTo>
                  <a:cubicBezTo>
                    <a:pt x="2479" y="0"/>
                    <a:pt x="2438" y="13"/>
                    <a:pt x="2394" y="38"/>
                  </a:cubicBezTo>
                  <a:lnTo>
                    <a:pt x="255" y="1271"/>
                  </a:lnTo>
                  <a:cubicBezTo>
                    <a:pt x="97" y="1368"/>
                    <a:pt x="13" y="1537"/>
                    <a:pt x="1" y="1706"/>
                  </a:cubicBezTo>
                  <a:cubicBezTo>
                    <a:pt x="1" y="1828"/>
                    <a:pt x="57" y="1894"/>
                    <a:pt x="143" y="1894"/>
                  </a:cubicBezTo>
                  <a:cubicBezTo>
                    <a:pt x="176" y="1894"/>
                    <a:pt x="214" y="1884"/>
                    <a:pt x="255" y="1863"/>
                  </a:cubicBezTo>
                  <a:lnTo>
                    <a:pt x="2394" y="618"/>
                  </a:lnTo>
                  <a:cubicBezTo>
                    <a:pt x="2551" y="522"/>
                    <a:pt x="2636" y="365"/>
                    <a:pt x="2648" y="183"/>
                  </a:cubicBezTo>
                  <a:cubicBezTo>
                    <a:pt x="2648" y="65"/>
                    <a:pt x="2595" y="0"/>
                    <a:pt x="251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" name="Google Shape;2070;p60">
              <a:extLst>
                <a:ext uri="{FF2B5EF4-FFF2-40B4-BE49-F238E27FC236}">
                  <a16:creationId xmlns:a16="http://schemas.microsoft.com/office/drawing/2014/main" id="{69B4C628-B865-0BD9-42D7-B8BA77334AFB}"/>
                </a:ext>
              </a:extLst>
            </p:cNvPr>
            <p:cNvSpPr/>
            <p:nvPr/>
          </p:nvSpPr>
          <p:spPr>
            <a:xfrm>
              <a:off x="2798158" y="3385783"/>
              <a:ext cx="264610" cy="172454"/>
            </a:xfrm>
            <a:custGeom>
              <a:avLst/>
              <a:gdLst/>
              <a:ahLst/>
              <a:cxnLst/>
              <a:rect l="l" t="t" r="r" b="b"/>
              <a:pathLst>
                <a:path w="4195" h="2734" extrusionOk="0">
                  <a:moveTo>
                    <a:pt x="4074" y="0"/>
                  </a:moveTo>
                  <a:cubicBezTo>
                    <a:pt x="4045" y="0"/>
                    <a:pt x="4012" y="10"/>
                    <a:pt x="3977" y="31"/>
                  </a:cubicBezTo>
                  <a:lnTo>
                    <a:pt x="218" y="2207"/>
                  </a:lnTo>
                  <a:cubicBezTo>
                    <a:pt x="97" y="2291"/>
                    <a:pt x="13" y="2424"/>
                    <a:pt x="0" y="2581"/>
                  </a:cubicBezTo>
                  <a:cubicBezTo>
                    <a:pt x="0" y="2675"/>
                    <a:pt x="49" y="2733"/>
                    <a:pt x="120" y="2733"/>
                  </a:cubicBezTo>
                  <a:cubicBezTo>
                    <a:pt x="149" y="2733"/>
                    <a:pt x="183" y="2723"/>
                    <a:pt x="218" y="2702"/>
                  </a:cubicBezTo>
                  <a:lnTo>
                    <a:pt x="3977" y="539"/>
                  </a:lnTo>
                  <a:cubicBezTo>
                    <a:pt x="4110" y="454"/>
                    <a:pt x="4195" y="309"/>
                    <a:pt x="4195" y="164"/>
                  </a:cubicBezTo>
                  <a:cubicBezTo>
                    <a:pt x="4195" y="61"/>
                    <a:pt x="4146" y="0"/>
                    <a:pt x="4074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" name="Google Shape;2071;p60">
              <a:extLst>
                <a:ext uri="{FF2B5EF4-FFF2-40B4-BE49-F238E27FC236}">
                  <a16:creationId xmlns:a16="http://schemas.microsoft.com/office/drawing/2014/main" id="{B001BCEF-2728-FC71-7569-7A21C06EADDF}"/>
                </a:ext>
              </a:extLst>
            </p:cNvPr>
            <p:cNvSpPr/>
            <p:nvPr/>
          </p:nvSpPr>
          <p:spPr>
            <a:xfrm>
              <a:off x="2809575" y="3534834"/>
              <a:ext cx="7695" cy="10597"/>
            </a:xfrm>
            <a:custGeom>
              <a:avLst/>
              <a:gdLst/>
              <a:ahLst/>
              <a:cxnLst/>
              <a:rect l="l" t="t" r="r" b="b"/>
              <a:pathLst>
                <a:path w="122" h="168" extrusionOk="0">
                  <a:moveTo>
                    <a:pt x="93" y="1"/>
                  </a:moveTo>
                  <a:cubicBezTo>
                    <a:pt x="84" y="1"/>
                    <a:pt x="73" y="5"/>
                    <a:pt x="61" y="13"/>
                  </a:cubicBezTo>
                  <a:cubicBezTo>
                    <a:pt x="25" y="37"/>
                    <a:pt x="1" y="73"/>
                    <a:pt x="1" y="122"/>
                  </a:cubicBezTo>
                  <a:cubicBezTo>
                    <a:pt x="1" y="148"/>
                    <a:pt x="13" y="168"/>
                    <a:pt x="34" y="168"/>
                  </a:cubicBezTo>
                  <a:cubicBezTo>
                    <a:pt x="42" y="168"/>
                    <a:pt x="51" y="165"/>
                    <a:pt x="61" y="158"/>
                  </a:cubicBezTo>
                  <a:cubicBezTo>
                    <a:pt x="97" y="134"/>
                    <a:pt x="122" y="97"/>
                    <a:pt x="122" y="49"/>
                  </a:cubicBezTo>
                  <a:cubicBezTo>
                    <a:pt x="122" y="17"/>
                    <a:pt x="111" y="1"/>
                    <a:pt x="93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" name="Google Shape;2072;p60">
              <a:extLst>
                <a:ext uri="{FF2B5EF4-FFF2-40B4-BE49-F238E27FC236}">
                  <a16:creationId xmlns:a16="http://schemas.microsoft.com/office/drawing/2014/main" id="{673EA0E5-688B-E35F-2DB8-5048D73FF14B}"/>
                </a:ext>
              </a:extLst>
            </p:cNvPr>
            <p:cNvSpPr/>
            <p:nvPr/>
          </p:nvSpPr>
          <p:spPr>
            <a:xfrm>
              <a:off x="1130789" y="2106076"/>
              <a:ext cx="2915505" cy="1684232"/>
            </a:xfrm>
            <a:custGeom>
              <a:avLst/>
              <a:gdLst/>
              <a:ahLst/>
              <a:cxnLst/>
              <a:rect l="l" t="t" r="r" b="b"/>
              <a:pathLst>
                <a:path w="46221" h="26701" extrusionOk="0">
                  <a:moveTo>
                    <a:pt x="29517" y="1"/>
                  </a:moveTo>
                  <a:lnTo>
                    <a:pt x="1" y="17043"/>
                  </a:lnTo>
                  <a:lnTo>
                    <a:pt x="16705" y="26701"/>
                  </a:lnTo>
                  <a:lnTo>
                    <a:pt x="46221" y="9646"/>
                  </a:lnTo>
                  <a:lnTo>
                    <a:pt x="29517" y="1"/>
                  </a:lnTo>
                  <a:close/>
                </a:path>
              </a:pathLst>
            </a:custGeom>
            <a:solidFill>
              <a:srgbClr val="D4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" name="Google Shape;2073;p60">
              <a:extLst>
                <a:ext uri="{FF2B5EF4-FFF2-40B4-BE49-F238E27FC236}">
                  <a16:creationId xmlns:a16="http://schemas.microsoft.com/office/drawing/2014/main" id="{ECEC4F4D-5912-8359-028D-29A0C703E3D6}"/>
                </a:ext>
              </a:extLst>
            </p:cNvPr>
            <p:cNvSpPr/>
            <p:nvPr/>
          </p:nvSpPr>
          <p:spPr>
            <a:xfrm>
              <a:off x="2925447" y="2106076"/>
              <a:ext cx="1120824" cy="647364"/>
            </a:xfrm>
            <a:custGeom>
              <a:avLst/>
              <a:gdLst/>
              <a:ahLst/>
              <a:cxnLst/>
              <a:rect l="l" t="t" r="r" b="b"/>
              <a:pathLst>
                <a:path w="17769" h="10263" extrusionOk="0">
                  <a:moveTo>
                    <a:pt x="1065" y="1"/>
                  </a:moveTo>
                  <a:lnTo>
                    <a:pt x="1" y="617"/>
                  </a:lnTo>
                  <a:lnTo>
                    <a:pt x="16717" y="10263"/>
                  </a:lnTo>
                  <a:lnTo>
                    <a:pt x="17769" y="9646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" name="Google Shape;2074;p60">
              <a:extLst>
                <a:ext uri="{FF2B5EF4-FFF2-40B4-BE49-F238E27FC236}">
                  <a16:creationId xmlns:a16="http://schemas.microsoft.com/office/drawing/2014/main" id="{CEC8AAB8-1DF6-9012-0FD0-28CC68B400E4}"/>
                </a:ext>
              </a:extLst>
            </p:cNvPr>
            <p:cNvSpPr/>
            <p:nvPr/>
          </p:nvSpPr>
          <p:spPr>
            <a:xfrm>
              <a:off x="2733379" y="2144994"/>
              <a:ext cx="1246601" cy="719020"/>
            </a:xfrm>
            <a:custGeom>
              <a:avLst/>
              <a:gdLst/>
              <a:ahLst/>
              <a:cxnLst/>
              <a:rect l="l" t="t" r="r" b="b"/>
              <a:pathLst>
                <a:path w="19763" h="11399" extrusionOk="0">
                  <a:moveTo>
                    <a:pt x="3046" y="0"/>
                  </a:moveTo>
                  <a:lnTo>
                    <a:pt x="0" y="1753"/>
                  </a:lnTo>
                  <a:lnTo>
                    <a:pt x="16716" y="11398"/>
                  </a:lnTo>
                  <a:lnTo>
                    <a:pt x="19762" y="9646"/>
                  </a:lnTo>
                  <a:lnTo>
                    <a:pt x="30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0" name="Google Shape;2075;p60">
              <a:extLst>
                <a:ext uri="{FF2B5EF4-FFF2-40B4-BE49-F238E27FC236}">
                  <a16:creationId xmlns:a16="http://schemas.microsoft.com/office/drawing/2014/main" id="{DAFF5ED3-60A7-1E0D-A846-32CE70DDBE0A}"/>
                </a:ext>
              </a:extLst>
            </p:cNvPr>
            <p:cNvSpPr/>
            <p:nvPr/>
          </p:nvSpPr>
          <p:spPr>
            <a:xfrm>
              <a:off x="2520621" y="2366836"/>
              <a:ext cx="1075093" cy="620683"/>
            </a:xfrm>
            <a:custGeom>
              <a:avLst/>
              <a:gdLst/>
              <a:ahLst/>
              <a:cxnLst/>
              <a:rect l="l" t="t" r="r" b="b"/>
              <a:pathLst>
                <a:path w="17044" h="9840" extrusionOk="0">
                  <a:moveTo>
                    <a:pt x="327" y="1"/>
                  </a:moveTo>
                  <a:lnTo>
                    <a:pt x="1" y="194"/>
                  </a:lnTo>
                  <a:lnTo>
                    <a:pt x="16705" y="9839"/>
                  </a:lnTo>
                  <a:lnTo>
                    <a:pt x="17043" y="9646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" name="Google Shape;2076;p60">
              <a:extLst>
                <a:ext uri="{FF2B5EF4-FFF2-40B4-BE49-F238E27FC236}">
                  <a16:creationId xmlns:a16="http://schemas.microsoft.com/office/drawing/2014/main" id="{686D2335-AEE0-221A-C208-C48BBDB8E252}"/>
                </a:ext>
              </a:extLst>
            </p:cNvPr>
            <p:cNvSpPr/>
            <p:nvPr/>
          </p:nvSpPr>
          <p:spPr>
            <a:xfrm>
              <a:off x="2265223" y="2513995"/>
              <a:ext cx="1075093" cy="620683"/>
            </a:xfrm>
            <a:custGeom>
              <a:avLst/>
              <a:gdLst/>
              <a:ahLst/>
              <a:cxnLst/>
              <a:rect l="l" t="t" r="r" b="b"/>
              <a:pathLst>
                <a:path w="17044" h="9840" extrusionOk="0">
                  <a:moveTo>
                    <a:pt x="339" y="0"/>
                  </a:moveTo>
                  <a:lnTo>
                    <a:pt x="1" y="194"/>
                  </a:lnTo>
                  <a:lnTo>
                    <a:pt x="16705" y="9839"/>
                  </a:lnTo>
                  <a:lnTo>
                    <a:pt x="17043" y="9646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" name="Google Shape;2077;p60">
              <a:extLst>
                <a:ext uri="{FF2B5EF4-FFF2-40B4-BE49-F238E27FC236}">
                  <a16:creationId xmlns:a16="http://schemas.microsoft.com/office/drawing/2014/main" id="{72CE59C9-9212-098C-34DD-0858842CC6B3}"/>
                </a:ext>
              </a:extLst>
            </p:cNvPr>
            <p:cNvSpPr/>
            <p:nvPr/>
          </p:nvSpPr>
          <p:spPr>
            <a:xfrm>
              <a:off x="1999923" y="2667209"/>
              <a:ext cx="1075093" cy="620683"/>
            </a:xfrm>
            <a:custGeom>
              <a:avLst/>
              <a:gdLst/>
              <a:ahLst/>
              <a:cxnLst/>
              <a:rect l="l" t="t" r="r" b="b"/>
              <a:pathLst>
                <a:path w="17044" h="9840" extrusionOk="0">
                  <a:moveTo>
                    <a:pt x="339" y="1"/>
                  </a:moveTo>
                  <a:lnTo>
                    <a:pt x="1" y="194"/>
                  </a:lnTo>
                  <a:lnTo>
                    <a:pt x="16705" y="9840"/>
                  </a:lnTo>
                  <a:lnTo>
                    <a:pt x="17043" y="9646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" name="Google Shape;2078;p60">
              <a:extLst>
                <a:ext uri="{FF2B5EF4-FFF2-40B4-BE49-F238E27FC236}">
                  <a16:creationId xmlns:a16="http://schemas.microsoft.com/office/drawing/2014/main" id="{F7F75057-DD84-6956-2522-0FF81C143A2D}"/>
                </a:ext>
              </a:extLst>
            </p:cNvPr>
            <p:cNvSpPr/>
            <p:nvPr/>
          </p:nvSpPr>
          <p:spPr>
            <a:xfrm>
              <a:off x="1393819" y="3233704"/>
              <a:ext cx="115180" cy="66358"/>
            </a:xfrm>
            <a:custGeom>
              <a:avLst/>
              <a:gdLst/>
              <a:ahLst/>
              <a:cxnLst/>
              <a:rect l="l" t="t" r="r" b="b"/>
              <a:pathLst>
                <a:path w="1826" h="1052" extrusionOk="0">
                  <a:moveTo>
                    <a:pt x="919" y="0"/>
                  </a:moveTo>
                  <a:cubicBezTo>
                    <a:pt x="412" y="0"/>
                    <a:pt x="1" y="242"/>
                    <a:pt x="1" y="532"/>
                  </a:cubicBezTo>
                  <a:cubicBezTo>
                    <a:pt x="1" y="822"/>
                    <a:pt x="412" y="1052"/>
                    <a:pt x="919" y="1052"/>
                  </a:cubicBezTo>
                  <a:cubicBezTo>
                    <a:pt x="1415" y="1052"/>
                    <a:pt x="1826" y="822"/>
                    <a:pt x="1826" y="532"/>
                  </a:cubicBezTo>
                  <a:cubicBezTo>
                    <a:pt x="1826" y="242"/>
                    <a:pt x="1415" y="0"/>
                    <a:pt x="919" y="0"/>
                  </a:cubicBezTo>
                  <a:close/>
                </a:path>
              </a:pathLst>
            </a:custGeom>
            <a:solidFill>
              <a:srgbClr val="FDE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4" name="Google Shape;2079;p60">
              <a:extLst>
                <a:ext uri="{FF2B5EF4-FFF2-40B4-BE49-F238E27FC236}">
                  <a16:creationId xmlns:a16="http://schemas.microsoft.com/office/drawing/2014/main" id="{73B9F0A0-41C7-E94D-9B1D-0215C4F25EC9}"/>
                </a:ext>
              </a:extLst>
            </p:cNvPr>
            <p:cNvSpPr/>
            <p:nvPr/>
          </p:nvSpPr>
          <p:spPr>
            <a:xfrm>
              <a:off x="1406813" y="3245121"/>
              <a:ext cx="83893" cy="44848"/>
            </a:xfrm>
            <a:custGeom>
              <a:avLst/>
              <a:gdLst/>
              <a:ahLst/>
              <a:cxnLst/>
              <a:rect l="l" t="t" r="r" b="b"/>
              <a:pathLst>
                <a:path w="1330" h="711" extrusionOk="0">
                  <a:moveTo>
                    <a:pt x="338" y="1"/>
                  </a:moveTo>
                  <a:cubicBezTo>
                    <a:pt x="302" y="13"/>
                    <a:pt x="278" y="25"/>
                    <a:pt x="254" y="49"/>
                  </a:cubicBezTo>
                  <a:cubicBezTo>
                    <a:pt x="0" y="194"/>
                    <a:pt x="24" y="448"/>
                    <a:pt x="302" y="593"/>
                  </a:cubicBezTo>
                  <a:cubicBezTo>
                    <a:pt x="453" y="672"/>
                    <a:pt x="616" y="711"/>
                    <a:pt x="780" y="711"/>
                  </a:cubicBezTo>
                  <a:cubicBezTo>
                    <a:pt x="943" y="711"/>
                    <a:pt x="1106" y="672"/>
                    <a:pt x="1257" y="593"/>
                  </a:cubicBezTo>
                  <a:cubicBezTo>
                    <a:pt x="1281" y="569"/>
                    <a:pt x="1305" y="557"/>
                    <a:pt x="1330" y="533"/>
                  </a:cubicBezTo>
                  <a:cubicBezTo>
                    <a:pt x="1197" y="424"/>
                    <a:pt x="1064" y="315"/>
                    <a:pt x="907" y="242"/>
                  </a:cubicBezTo>
                  <a:cubicBezTo>
                    <a:pt x="725" y="146"/>
                    <a:pt x="532" y="61"/>
                    <a:pt x="338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" name="Google Shape;2080;p60">
              <a:extLst>
                <a:ext uri="{FF2B5EF4-FFF2-40B4-BE49-F238E27FC236}">
                  <a16:creationId xmlns:a16="http://schemas.microsoft.com/office/drawing/2014/main" id="{1722F5E2-1B95-3694-D1A4-25F521EE5605}"/>
                </a:ext>
              </a:extLst>
            </p:cNvPr>
            <p:cNvSpPr/>
            <p:nvPr/>
          </p:nvSpPr>
          <p:spPr>
            <a:xfrm>
              <a:off x="1410597" y="3262656"/>
              <a:ext cx="53427" cy="27249"/>
            </a:xfrm>
            <a:custGeom>
              <a:avLst/>
              <a:gdLst/>
              <a:ahLst/>
              <a:cxnLst/>
              <a:rect l="l" t="t" r="r" b="b"/>
              <a:pathLst>
                <a:path w="847" h="432" extrusionOk="0">
                  <a:moveTo>
                    <a:pt x="25" y="1"/>
                  </a:moveTo>
                  <a:cubicBezTo>
                    <a:pt x="0" y="122"/>
                    <a:pt x="73" y="230"/>
                    <a:pt x="242" y="327"/>
                  </a:cubicBezTo>
                  <a:cubicBezTo>
                    <a:pt x="386" y="394"/>
                    <a:pt x="554" y="431"/>
                    <a:pt x="720" y="431"/>
                  </a:cubicBezTo>
                  <a:cubicBezTo>
                    <a:pt x="762" y="431"/>
                    <a:pt x="805" y="429"/>
                    <a:pt x="847" y="424"/>
                  </a:cubicBezTo>
                  <a:cubicBezTo>
                    <a:pt x="786" y="303"/>
                    <a:pt x="689" y="194"/>
                    <a:pt x="569" y="146"/>
                  </a:cubicBezTo>
                  <a:cubicBezTo>
                    <a:pt x="399" y="49"/>
                    <a:pt x="206" y="1"/>
                    <a:pt x="25" y="1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" name="Google Shape;2081;p60">
              <a:extLst>
                <a:ext uri="{FF2B5EF4-FFF2-40B4-BE49-F238E27FC236}">
                  <a16:creationId xmlns:a16="http://schemas.microsoft.com/office/drawing/2014/main" id="{B6FDD0B9-FD95-8CDE-10BE-BC397E5EA4B0}"/>
                </a:ext>
              </a:extLst>
            </p:cNvPr>
            <p:cNvSpPr/>
            <p:nvPr/>
          </p:nvSpPr>
          <p:spPr>
            <a:xfrm>
              <a:off x="1481496" y="3260385"/>
              <a:ext cx="20626" cy="12994"/>
            </a:xfrm>
            <a:custGeom>
              <a:avLst/>
              <a:gdLst/>
              <a:ahLst/>
              <a:cxnLst/>
              <a:rect l="l" t="t" r="r" b="b"/>
              <a:pathLst>
                <a:path w="327" h="206" extrusionOk="0">
                  <a:moveTo>
                    <a:pt x="13" y="0"/>
                  </a:moveTo>
                  <a:cubicBezTo>
                    <a:pt x="1" y="0"/>
                    <a:pt x="1" y="13"/>
                    <a:pt x="13" y="25"/>
                  </a:cubicBezTo>
                  <a:lnTo>
                    <a:pt x="206" y="194"/>
                  </a:lnTo>
                  <a:cubicBezTo>
                    <a:pt x="218" y="206"/>
                    <a:pt x="242" y="206"/>
                    <a:pt x="254" y="206"/>
                  </a:cubicBezTo>
                  <a:cubicBezTo>
                    <a:pt x="254" y="194"/>
                    <a:pt x="266" y="182"/>
                    <a:pt x="254" y="182"/>
                  </a:cubicBezTo>
                  <a:lnTo>
                    <a:pt x="109" y="49"/>
                  </a:lnTo>
                  <a:lnTo>
                    <a:pt x="279" y="85"/>
                  </a:lnTo>
                  <a:cubicBezTo>
                    <a:pt x="283" y="89"/>
                    <a:pt x="287" y="90"/>
                    <a:pt x="291" y="90"/>
                  </a:cubicBezTo>
                  <a:cubicBezTo>
                    <a:pt x="299" y="90"/>
                    <a:pt x="307" y="85"/>
                    <a:pt x="315" y="85"/>
                  </a:cubicBezTo>
                  <a:cubicBezTo>
                    <a:pt x="327" y="73"/>
                    <a:pt x="315" y="61"/>
                    <a:pt x="303" y="61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" name="Google Shape;2082;p60">
              <a:extLst>
                <a:ext uri="{FF2B5EF4-FFF2-40B4-BE49-F238E27FC236}">
                  <a16:creationId xmlns:a16="http://schemas.microsoft.com/office/drawing/2014/main" id="{1255251E-3ADC-89F7-781F-CC9A5CACC892}"/>
                </a:ext>
              </a:extLst>
            </p:cNvPr>
            <p:cNvSpPr/>
            <p:nvPr/>
          </p:nvSpPr>
          <p:spPr>
            <a:xfrm>
              <a:off x="1438036" y="3238245"/>
              <a:ext cx="23717" cy="11543"/>
            </a:xfrm>
            <a:custGeom>
              <a:avLst/>
              <a:gdLst/>
              <a:ahLst/>
              <a:cxnLst/>
              <a:rect l="l" t="t" r="r" b="b"/>
              <a:pathLst>
                <a:path w="376" h="183" extrusionOk="0">
                  <a:moveTo>
                    <a:pt x="218" y="1"/>
                  </a:moveTo>
                  <a:cubicBezTo>
                    <a:pt x="206" y="13"/>
                    <a:pt x="194" y="13"/>
                    <a:pt x="206" y="25"/>
                  </a:cubicBezTo>
                  <a:lnTo>
                    <a:pt x="291" y="122"/>
                  </a:lnTo>
                  <a:lnTo>
                    <a:pt x="49" y="49"/>
                  </a:lnTo>
                  <a:cubicBezTo>
                    <a:pt x="43" y="43"/>
                    <a:pt x="37" y="40"/>
                    <a:pt x="31" y="40"/>
                  </a:cubicBezTo>
                  <a:cubicBezTo>
                    <a:pt x="25" y="40"/>
                    <a:pt x="19" y="43"/>
                    <a:pt x="13" y="49"/>
                  </a:cubicBezTo>
                  <a:cubicBezTo>
                    <a:pt x="1" y="49"/>
                    <a:pt x="1" y="73"/>
                    <a:pt x="13" y="73"/>
                  </a:cubicBezTo>
                  <a:lnTo>
                    <a:pt x="25" y="86"/>
                  </a:lnTo>
                  <a:lnTo>
                    <a:pt x="339" y="182"/>
                  </a:lnTo>
                  <a:lnTo>
                    <a:pt x="375" y="182"/>
                  </a:lnTo>
                  <a:lnTo>
                    <a:pt x="375" y="158"/>
                  </a:lnTo>
                  <a:lnTo>
                    <a:pt x="254" y="13"/>
                  </a:lnTo>
                  <a:cubicBezTo>
                    <a:pt x="242" y="1"/>
                    <a:pt x="230" y="1"/>
                    <a:pt x="218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" name="Google Shape;2083;p60">
              <a:extLst>
                <a:ext uri="{FF2B5EF4-FFF2-40B4-BE49-F238E27FC236}">
                  <a16:creationId xmlns:a16="http://schemas.microsoft.com/office/drawing/2014/main" id="{BD64F886-6735-61EA-E204-853D1F562544}"/>
                </a:ext>
              </a:extLst>
            </p:cNvPr>
            <p:cNvSpPr/>
            <p:nvPr/>
          </p:nvSpPr>
          <p:spPr>
            <a:xfrm>
              <a:off x="1302358" y="3183558"/>
              <a:ext cx="122812" cy="65285"/>
            </a:xfrm>
            <a:custGeom>
              <a:avLst/>
              <a:gdLst/>
              <a:ahLst/>
              <a:cxnLst/>
              <a:rect l="l" t="t" r="r" b="b"/>
              <a:pathLst>
                <a:path w="1947" h="1035" extrusionOk="0">
                  <a:moveTo>
                    <a:pt x="972" y="1"/>
                  </a:moveTo>
                  <a:cubicBezTo>
                    <a:pt x="756" y="1"/>
                    <a:pt x="538" y="52"/>
                    <a:pt x="339" y="155"/>
                  </a:cubicBezTo>
                  <a:cubicBezTo>
                    <a:pt x="0" y="360"/>
                    <a:pt x="0" y="687"/>
                    <a:pt x="339" y="880"/>
                  </a:cubicBezTo>
                  <a:cubicBezTo>
                    <a:pt x="538" y="983"/>
                    <a:pt x="756" y="1034"/>
                    <a:pt x="972" y="1034"/>
                  </a:cubicBezTo>
                  <a:cubicBezTo>
                    <a:pt x="1188" y="1034"/>
                    <a:pt x="1402" y="983"/>
                    <a:pt x="1596" y="880"/>
                  </a:cubicBezTo>
                  <a:cubicBezTo>
                    <a:pt x="1946" y="675"/>
                    <a:pt x="1946" y="348"/>
                    <a:pt x="1596" y="155"/>
                  </a:cubicBezTo>
                  <a:cubicBezTo>
                    <a:pt x="1402" y="52"/>
                    <a:pt x="1188" y="1"/>
                    <a:pt x="972" y="1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" name="Google Shape;2084;p60">
              <a:extLst>
                <a:ext uri="{FF2B5EF4-FFF2-40B4-BE49-F238E27FC236}">
                  <a16:creationId xmlns:a16="http://schemas.microsoft.com/office/drawing/2014/main" id="{464937CB-D15B-2398-B359-34A2897AD3F8}"/>
                </a:ext>
              </a:extLst>
            </p:cNvPr>
            <p:cNvSpPr/>
            <p:nvPr/>
          </p:nvSpPr>
          <p:spPr>
            <a:xfrm>
              <a:off x="1335851" y="3195101"/>
              <a:ext cx="72539" cy="37405"/>
            </a:xfrm>
            <a:custGeom>
              <a:avLst/>
              <a:gdLst/>
              <a:ahLst/>
              <a:cxnLst/>
              <a:rect l="l" t="t" r="r" b="b"/>
              <a:pathLst>
                <a:path w="1150" h="593" extrusionOk="0">
                  <a:moveTo>
                    <a:pt x="360" y="0"/>
                  </a:moveTo>
                  <a:cubicBezTo>
                    <a:pt x="179" y="0"/>
                    <a:pt x="13" y="115"/>
                    <a:pt x="13" y="274"/>
                  </a:cubicBezTo>
                  <a:cubicBezTo>
                    <a:pt x="1" y="371"/>
                    <a:pt x="25" y="467"/>
                    <a:pt x="73" y="552"/>
                  </a:cubicBezTo>
                  <a:cubicBezTo>
                    <a:pt x="200" y="579"/>
                    <a:pt x="321" y="593"/>
                    <a:pt x="444" y="593"/>
                  </a:cubicBezTo>
                  <a:cubicBezTo>
                    <a:pt x="485" y="593"/>
                    <a:pt x="527" y="591"/>
                    <a:pt x="569" y="588"/>
                  </a:cubicBezTo>
                  <a:cubicBezTo>
                    <a:pt x="920" y="588"/>
                    <a:pt x="1149" y="419"/>
                    <a:pt x="992" y="298"/>
                  </a:cubicBezTo>
                  <a:cubicBezTo>
                    <a:pt x="916" y="248"/>
                    <a:pt x="829" y="226"/>
                    <a:pt x="737" y="226"/>
                  </a:cubicBezTo>
                  <a:cubicBezTo>
                    <a:pt x="698" y="226"/>
                    <a:pt x="658" y="230"/>
                    <a:pt x="617" y="238"/>
                  </a:cubicBezTo>
                  <a:cubicBezTo>
                    <a:pt x="642" y="201"/>
                    <a:pt x="678" y="93"/>
                    <a:pt x="521" y="32"/>
                  </a:cubicBezTo>
                  <a:cubicBezTo>
                    <a:pt x="468" y="10"/>
                    <a:pt x="413" y="0"/>
                    <a:pt x="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" name="Google Shape;2085;p60">
              <a:extLst>
                <a:ext uri="{FF2B5EF4-FFF2-40B4-BE49-F238E27FC236}">
                  <a16:creationId xmlns:a16="http://schemas.microsoft.com/office/drawing/2014/main" id="{991CEBBF-9DC8-A5EC-2188-AD5420FB5DCB}"/>
                </a:ext>
              </a:extLst>
            </p:cNvPr>
            <p:cNvSpPr/>
            <p:nvPr/>
          </p:nvSpPr>
          <p:spPr>
            <a:xfrm>
              <a:off x="1210077" y="3131330"/>
              <a:ext cx="127417" cy="66042"/>
            </a:xfrm>
            <a:custGeom>
              <a:avLst/>
              <a:gdLst/>
              <a:ahLst/>
              <a:cxnLst/>
              <a:rect l="l" t="t" r="r" b="b"/>
              <a:pathLst>
                <a:path w="2020" h="1047" extrusionOk="0">
                  <a:moveTo>
                    <a:pt x="1013" y="0"/>
                  </a:moveTo>
                  <a:cubicBezTo>
                    <a:pt x="806" y="0"/>
                    <a:pt x="599" y="46"/>
                    <a:pt x="412" y="137"/>
                  </a:cubicBezTo>
                  <a:cubicBezTo>
                    <a:pt x="37" y="330"/>
                    <a:pt x="1" y="656"/>
                    <a:pt x="339" y="874"/>
                  </a:cubicBezTo>
                  <a:cubicBezTo>
                    <a:pt x="550" y="989"/>
                    <a:pt x="782" y="1047"/>
                    <a:pt x="1014" y="1047"/>
                  </a:cubicBezTo>
                  <a:cubicBezTo>
                    <a:pt x="1220" y="1047"/>
                    <a:pt x="1427" y="1001"/>
                    <a:pt x="1620" y="910"/>
                  </a:cubicBezTo>
                  <a:cubicBezTo>
                    <a:pt x="1995" y="717"/>
                    <a:pt x="2019" y="391"/>
                    <a:pt x="1693" y="173"/>
                  </a:cubicBezTo>
                  <a:cubicBezTo>
                    <a:pt x="1482" y="58"/>
                    <a:pt x="1247" y="0"/>
                    <a:pt x="1013" y="0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" name="Google Shape;2086;p60">
              <a:extLst>
                <a:ext uri="{FF2B5EF4-FFF2-40B4-BE49-F238E27FC236}">
                  <a16:creationId xmlns:a16="http://schemas.microsoft.com/office/drawing/2014/main" id="{8A6709E6-334F-FDE1-347E-68D004F9A1A9}"/>
                </a:ext>
              </a:extLst>
            </p:cNvPr>
            <p:cNvSpPr/>
            <p:nvPr/>
          </p:nvSpPr>
          <p:spPr>
            <a:xfrm>
              <a:off x="1236001" y="3149622"/>
              <a:ext cx="32863" cy="17220"/>
            </a:xfrm>
            <a:custGeom>
              <a:avLst/>
              <a:gdLst/>
              <a:ahLst/>
              <a:cxnLst/>
              <a:rect l="l" t="t" r="r" b="b"/>
              <a:pathLst>
                <a:path w="521" h="273" extrusionOk="0">
                  <a:moveTo>
                    <a:pt x="375" y="1"/>
                  </a:moveTo>
                  <a:cubicBezTo>
                    <a:pt x="342" y="1"/>
                    <a:pt x="309" y="10"/>
                    <a:pt x="279" y="28"/>
                  </a:cubicBezTo>
                  <a:lnTo>
                    <a:pt x="61" y="137"/>
                  </a:lnTo>
                  <a:cubicBezTo>
                    <a:pt x="1" y="173"/>
                    <a:pt x="1" y="221"/>
                    <a:pt x="49" y="246"/>
                  </a:cubicBezTo>
                  <a:cubicBezTo>
                    <a:pt x="79" y="264"/>
                    <a:pt x="109" y="273"/>
                    <a:pt x="140" y="273"/>
                  </a:cubicBezTo>
                  <a:cubicBezTo>
                    <a:pt x="170" y="273"/>
                    <a:pt x="200" y="264"/>
                    <a:pt x="230" y="246"/>
                  </a:cubicBezTo>
                  <a:lnTo>
                    <a:pt x="460" y="137"/>
                  </a:lnTo>
                  <a:cubicBezTo>
                    <a:pt x="508" y="101"/>
                    <a:pt x="520" y="52"/>
                    <a:pt x="472" y="28"/>
                  </a:cubicBezTo>
                  <a:cubicBezTo>
                    <a:pt x="442" y="10"/>
                    <a:pt x="409" y="1"/>
                    <a:pt x="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" name="Google Shape;2087;p60">
              <a:extLst>
                <a:ext uri="{FF2B5EF4-FFF2-40B4-BE49-F238E27FC236}">
                  <a16:creationId xmlns:a16="http://schemas.microsoft.com/office/drawing/2014/main" id="{DD75ED26-57F7-83E0-928D-25E7D5F03942}"/>
                </a:ext>
              </a:extLst>
            </p:cNvPr>
            <p:cNvSpPr/>
            <p:nvPr/>
          </p:nvSpPr>
          <p:spPr>
            <a:xfrm>
              <a:off x="1251266" y="3152398"/>
              <a:ext cx="56454" cy="30088"/>
            </a:xfrm>
            <a:custGeom>
              <a:avLst/>
              <a:gdLst/>
              <a:ahLst/>
              <a:cxnLst/>
              <a:rect l="l" t="t" r="r" b="b"/>
              <a:pathLst>
                <a:path w="895" h="477" extrusionOk="0">
                  <a:moveTo>
                    <a:pt x="810" y="0"/>
                  </a:moveTo>
                  <a:cubicBezTo>
                    <a:pt x="786" y="0"/>
                    <a:pt x="764" y="6"/>
                    <a:pt x="750" y="20"/>
                  </a:cubicBezTo>
                  <a:cubicBezTo>
                    <a:pt x="738" y="32"/>
                    <a:pt x="726" y="32"/>
                    <a:pt x="713" y="44"/>
                  </a:cubicBezTo>
                  <a:cubicBezTo>
                    <a:pt x="697" y="44"/>
                    <a:pt x="681" y="50"/>
                    <a:pt x="662" y="50"/>
                  </a:cubicBezTo>
                  <a:cubicBezTo>
                    <a:pt x="652" y="50"/>
                    <a:pt x="641" y="48"/>
                    <a:pt x="629" y="44"/>
                  </a:cubicBezTo>
                  <a:cubicBezTo>
                    <a:pt x="556" y="44"/>
                    <a:pt x="448" y="57"/>
                    <a:pt x="411" y="57"/>
                  </a:cubicBezTo>
                  <a:cubicBezTo>
                    <a:pt x="375" y="69"/>
                    <a:pt x="351" y="69"/>
                    <a:pt x="315" y="81"/>
                  </a:cubicBezTo>
                  <a:lnTo>
                    <a:pt x="302" y="81"/>
                  </a:lnTo>
                  <a:lnTo>
                    <a:pt x="24" y="226"/>
                  </a:lnTo>
                  <a:cubicBezTo>
                    <a:pt x="0" y="238"/>
                    <a:pt x="0" y="262"/>
                    <a:pt x="24" y="274"/>
                  </a:cubicBezTo>
                  <a:lnTo>
                    <a:pt x="315" y="468"/>
                  </a:lnTo>
                  <a:cubicBezTo>
                    <a:pt x="333" y="474"/>
                    <a:pt x="354" y="477"/>
                    <a:pt x="375" y="477"/>
                  </a:cubicBezTo>
                  <a:cubicBezTo>
                    <a:pt x="396" y="477"/>
                    <a:pt x="417" y="474"/>
                    <a:pt x="435" y="468"/>
                  </a:cubicBezTo>
                  <a:cubicBezTo>
                    <a:pt x="448" y="468"/>
                    <a:pt x="448" y="455"/>
                    <a:pt x="460" y="443"/>
                  </a:cubicBezTo>
                  <a:cubicBezTo>
                    <a:pt x="472" y="449"/>
                    <a:pt x="487" y="452"/>
                    <a:pt x="502" y="452"/>
                  </a:cubicBezTo>
                  <a:cubicBezTo>
                    <a:pt x="517" y="452"/>
                    <a:pt x="532" y="449"/>
                    <a:pt x="544" y="443"/>
                  </a:cubicBezTo>
                  <a:cubicBezTo>
                    <a:pt x="556" y="431"/>
                    <a:pt x="568" y="419"/>
                    <a:pt x="568" y="407"/>
                  </a:cubicBezTo>
                  <a:cubicBezTo>
                    <a:pt x="583" y="412"/>
                    <a:pt x="596" y="415"/>
                    <a:pt x="609" y="415"/>
                  </a:cubicBezTo>
                  <a:cubicBezTo>
                    <a:pt x="627" y="415"/>
                    <a:pt x="644" y="409"/>
                    <a:pt x="665" y="395"/>
                  </a:cubicBezTo>
                  <a:cubicBezTo>
                    <a:pt x="689" y="395"/>
                    <a:pt x="701" y="371"/>
                    <a:pt x="689" y="359"/>
                  </a:cubicBezTo>
                  <a:cubicBezTo>
                    <a:pt x="726" y="359"/>
                    <a:pt x="750" y="359"/>
                    <a:pt x="786" y="347"/>
                  </a:cubicBezTo>
                  <a:cubicBezTo>
                    <a:pt x="822" y="322"/>
                    <a:pt x="822" y="298"/>
                    <a:pt x="786" y="274"/>
                  </a:cubicBezTo>
                  <a:lnTo>
                    <a:pt x="617" y="165"/>
                  </a:lnTo>
                  <a:cubicBezTo>
                    <a:pt x="641" y="165"/>
                    <a:pt x="713" y="153"/>
                    <a:pt x="750" y="153"/>
                  </a:cubicBezTo>
                  <a:cubicBezTo>
                    <a:pt x="774" y="141"/>
                    <a:pt x="798" y="141"/>
                    <a:pt x="810" y="129"/>
                  </a:cubicBezTo>
                  <a:cubicBezTo>
                    <a:pt x="834" y="117"/>
                    <a:pt x="858" y="93"/>
                    <a:pt x="871" y="81"/>
                  </a:cubicBezTo>
                  <a:cubicBezTo>
                    <a:pt x="883" y="57"/>
                    <a:pt x="895" y="20"/>
                    <a:pt x="858" y="8"/>
                  </a:cubicBezTo>
                  <a:cubicBezTo>
                    <a:pt x="843" y="3"/>
                    <a:pt x="826" y="0"/>
                    <a:pt x="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" name="Google Shape;2088;p60">
              <a:extLst>
                <a:ext uri="{FF2B5EF4-FFF2-40B4-BE49-F238E27FC236}">
                  <a16:creationId xmlns:a16="http://schemas.microsoft.com/office/drawing/2014/main" id="{DDAF5F4A-E581-7D6E-BC15-F73E14030F39}"/>
                </a:ext>
              </a:extLst>
            </p:cNvPr>
            <p:cNvSpPr/>
            <p:nvPr/>
          </p:nvSpPr>
          <p:spPr>
            <a:xfrm>
              <a:off x="3890647" y="2664560"/>
              <a:ext cx="119027" cy="66421"/>
            </a:xfrm>
            <a:custGeom>
              <a:avLst/>
              <a:gdLst/>
              <a:ahLst/>
              <a:cxnLst/>
              <a:rect l="l" t="t" r="r" b="b"/>
              <a:pathLst>
                <a:path w="1887" h="1053" extrusionOk="0">
                  <a:moveTo>
                    <a:pt x="357" y="34"/>
                  </a:moveTo>
                  <a:cubicBezTo>
                    <a:pt x="418" y="34"/>
                    <a:pt x="478" y="49"/>
                    <a:pt x="533" y="79"/>
                  </a:cubicBezTo>
                  <a:lnTo>
                    <a:pt x="1729" y="768"/>
                  </a:lnTo>
                  <a:cubicBezTo>
                    <a:pt x="1826" y="804"/>
                    <a:pt x="1826" y="937"/>
                    <a:pt x="1729" y="974"/>
                  </a:cubicBezTo>
                  <a:lnTo>
                    <a:pt x="1717" y="974"/>
                  </a:lnTo>
                  <a:cubicBezTo>
                    <a:pt x="1663" y="1004"/>
                    <a:pt x="1602" y="1019"/>
                    <a:pt x="1542" y="1019"/>
                  </a:cubicBezTo>
                  <a:cubicBezTo>
                    <a:pt x="1482" y="1019"/>
                    <a:pt x="1421" y="1004"/>
                    <a:pt x="1367" y="974"/>
                  </a:cubicBezTo>
                  <a:lnTo>
                    <a:pt x="170" y="285"/>
                  </a:lnTo>
                  <a:cubicBezTo>
                    <a:pt x="73" y="260"/>
                    <a:pt x="73" y="115"/>
                    <a:pt x="170" y="91"/>
                  </a:cubicBezTo>
                  <a:lnTo>
                    <a:pt x="182" y="79"/>
                  </a:lnTo>
                  <a:cubicBezTo>
                    <a:pt x="237" y="49"/>
                    <a:pt x="297" y="34"/>
                    <a:pt x="357" y="34"/>
                  </a:cubicBezTo>
                  <a:close/>
                  <a:moveTo>
                    <a:pt x="359" y="1"/>
                  </a:moveTo>
                  <a:cubicBezTo>
                    <a:pt x="285" y="1"/>
                    <a:pt x="212" y="19"/>
                    <a:pt x="146" y="55"/>
                  </a:cubicBezTo>
                  <a:lnTo>
                    <a:pt x="134" y="67"/>
                  </a:lnTo>
                  <a:cubicBezTo>
                    <a:pt x="1" y="103"/>
                    <a:pt x="1" y="273"/>
                    <a:pt x="134" y="309"/>
                  </a:cubicBezTo>
                  <a:lnTo>
                    <a:pt x="1318" y="998"/>
                  </a:lnTo>
                  <a:cubicBezTo>
                    <a:pt x="1385" y="1034"/>
                    <a:pt x="1460" y="1052"/>
                    <a:pt x="1536" y="1052"/>
                  </a:cubicBezTo>
                  <a:cubicBezTo>
                    <a:pt x="1611" y="1052"/>
                    <a:pt x="1687" y="1034"/>
                    <a:pt x="1754" y="998"/>
                  </a:cubicBezTo>
                  <a:lnTo>
                    <a:pt x="1766" y="998"/>
                  </a:lnTo>
                  <a:cubicBezTo>
                    <a:pt x="1886" y="949"/>
                    <a:pt x="1886" y="780"/>
                    <a:pt x="1766" y="744"/>
                  </a:cubicBezTo>
                  <a:lnTo>
                    <a:pt x="581" y="55"/>
                  </a:lnTo>
                  <a:cubicBezTo>
                    <a:pt x="509" y="19"/>
                    <a:pt x="433" y="1"/>
                    <a:pt x="35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" name="Google Shape;2089;p60">
              <a:extLst>
                <a:ext uri="{FF2B5EF4-FFF2-40B4-BE49-F238E27FC236}">
                  <a16:creationId xmlns:a16="http://schemas.microsoft.com/office/drawing/2014/main" id="{A16AA454-7722-C3C7-08FA-8D8023848ECA}"/>
                </a:ext>
              </a:extLst>
            </p:cNvPr>
            <p:cNvSpPr/>
            <p:nvPr/>
          </p:nvSpPr>
          <p:spPr>
            <a:xfrm>
              <a:off x="3937954" y="2690863"/>
              <a:ext cx="61059" cy="33620"/>
            </a:xfrm>
            <a:custGeom>
              <a:avLst/>
              <a:gdLst/>
              <a:ahLst/>
              <a:cxnLst/>
              <a:rect l="l" t="t" r="r" b="b"/>
              <a:pathLst>
                <a:path w="968" h="533" extrusionOk="0">
                  <a:moveTo>
                    <a:pt x="266" y="1"/>
                  </a:moveTo>
                  <a:lnTo>
                    <a:pt x="0" y="146"/>
                  </a:lnTo>
                  <a:lnTo>
                    <a:pt x="580" y="484"/>
                  </a:lnTo>
                  <a:cubicBezTo>
                    <a:pt x="628" y="518"/>
                    <a:pt x="687" y="533"/>
                    <a:pt x="749" y="533"/>
                  </a:cubicBezTo>
                  <a:cubicBezTo>
                    <a:pt x="797" y="533"/>
                    <a:pt x="847" y="524"/>
                    <a:pt x="895" y="508"/>
                  </a:cubicBezTo>
                  <a:cubicBezTo>
                    <a:pt x="967" y="472"/>
                    <a:pt x="943" y="387"/>
                    <a:pt x="834" y="327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" name="Google Shape;2090;p60">
              <a:extLst>
                <a:ext uri="{FF2B5EF4-FFF2-40B4-BE49-F238E27FC236}">
                  <a16:creationId xmlns:a16="http://schemas.microsoft.com/office/drawing/2014/main" id="{7859E935-B3D5-B84E-220B-E21B02EC276A}"/>
                </a:ext>
              </a:extLst>
            </p:cNvPr>
            <p:cNvSpPr/>
            <p:nvPr/>
          </p:nvSpPr>
          <p:spPr>
            <a:xfrm>
              <a:off x="3810602" y="2630624"/>
              <a:ext cx="14571" cy="8452"/>
            </a:xfrm>
            <a:custGeom>
              <a:avLst/>
              <a:gdLst/>
              <a:ahLst/>
              <a:cxnLst/>
              <a:rect l="l" t="t" r="r" b="b"/>
              <a:pathLst>
                <a:path w="231" h="134" extrusionOk="0">
                  <a:moveTo>
                    <a:pt x="97" y="1"/>
                  </a:moveTo>
                  <a:lnTo>
                    <a:pt x="1" y="49"/>
                  </a:lnTo>
                  <a:lnTo>
                    <a:pt x="134" y="134"/>
                  </a:lnTo>
                  <a:lnTo>
                    <a:pt x="230" y="73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" name="Google Shape;2091;p60">
              <a:extLst>
                <a:ext uri="{FF2B5EF4-FFF2-40B4-BE49-F238E27FC236}">
                  <a16:creationId xmlns:a16="http://schemas.microsoft.com/office/drawing/2014/main" id="{7C32F55B-8E51-2C10-D29E-C47A54138BA2}"/>
                </a:ext>
              </a:extLst>
            </p:cNvPr>
            <p:cNvSpPr/>
            <p:nvPr/>
          </p:nvSpPr>
          <p:spPr>
            <a:xfrm>
              <a:off x="3821326" y="2632138"/>
              <a:ext cx="22140" cy="12300"/>
            </a:xfrm>
            <a:custGeom>
              <a:avLst/>
              <a:gdLst/>
              <a:ahLst/>
              <a:cxnLst/>
              <a:rect l="l" t="t" r="r" b="b"/>
              <a:pathLst>
                <a:path w="351" h="195" extrusionOk="0">
                  <a:moveTo>
                    <a:pt x="218" y="1"/>
                  </a:moveTo>
                  <a:lnTo>
                    <a:pt x="0" y="122"/>
                  </a:lnTo>
                  <a:lnTo>
                    <a:pt x="133" y="194"/>
                  </a:lnTo>
                  <a:lnTo>
                    <a:pt x="351" y="7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" name="Google Shape;2092;p60">
              <a:extLst>
                <a:ext uri="{FF2B5EF4-FFF2-40B4-BE49-F238E27FC236}">
                  <a16:creationId xmlns:a16="http://schemas.microsoft.com/office/drawing/2014/main" id="{28AE3CC4-EEFB-6DE9-2561-59CC7F4D5C87}"/>
                </a:ext>
              </a:extLst>
            </p:cNvPr>
            <p:cNvSpPr/>
            <p:nvPr/>
          </p:nvSpPr>
          <p:spPr>
            <a:xfrm>
              <a:off x="3831985" y="2633715"/>
              <a:ext cx="29773" cy="17599"/>
            </a:xfrm>
            <a:custGeom>
              <a:avLst/>
              <a:gdLst/>
              <a:ahLst/>
              <a:cxnLst/>
              <a:rect l="l" t="t" r="r" b="b"/>
              <a:pathLst>
                <a:path w="472" h="279" extrusionOk="0">
                  <a:moveTo>
                    <a:pt x="327" y="0"/>
                  </a:moveTo>
                  <a:lnTo>
                    <a:pt x="0" y="193"/>
                  </a:lnTo>
                  <a:lnTo>
                    <a:pt x="133" y="278"/>
                  </a:lnTo>
                  <a:lnTo>
                    <a:pt x="472" y="85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" name="Google Shape;2093;p60">
              <a:extLst>
                <a:ext uri="{FF2B5EF4-FFF2-40B4-BE49-F238E27FC236}">
                  <a16:creationId xmlns:a16="http://schemas.microsoft.com/office/drawing/2014/main" id="{53D8EF60-7F02-5ACF-2534-ABFCE52BA59F}"/>
                </a:ext>
              </a:extLst>
            </p:cNvPr>
            <p:cNvSpPr/>
            <p:nvPr/>
          </p:nvSpPr>
          <p:spPr>
            <a:xfrm>
              <a:off x="3841132" y="2634472"/>
              <a:ext cx="39676" cy="22897"/>
            </a:xfrm>
            <a:custGeom>
              <a:avLst/>
              <a:gdLst/>
              <a:ahLst/>
              <a:cxnLst/>
              <a:rect l="l" t="t" r="r" b="b"/>
              <a:pathLst>
                <a:path w="629" h="363" extrusionOk="0">
                  <a:moveTo>
                    <a:pt x="472" y="12"/>
                  </a:moveTo>
                  <a:lnTo>
                    <a:pt x="593" y="85"/>
                  </a:lnTo>
                  <a:lnTo>
                    <a:pt x="157" y="339"/>
                  </a:lnTo>
                  <a:lnTo>
                    <a:pt x="37" y="278"/>
                  </a:lnTo>
                  <a:lnTo>
                    <a:pt x="472" y="12"/>
                  </a:lnTo>
                  <a:close/>
                  <a:moveTo>
                    <a:pt x="472" y="0"/>
                  </a:moveTo>
                  <a:lnTo>
                    <a:pt x="0" y="278"/>
                  </a:lnTo>
                  <a:lnTo>
                    <a:pt x="157" y="363"/>
                  </a:lnTo>
                  <a:lnTo>
                    <a:pt x="629" y="85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" name="Google Shape;2094;p60">
              <a:extLst>
                <a:ext uri="{FF2B5EF4-FFF2-40B4-BE49-F238E27FC236}">
                  <a16:creationId xmlns:a16="http://schemas.microsoft.com/office/drawing/2014/main" id="{B02D57EB-2862-1C25-A739-392D7FF65E78}"/>
                </a:ext>
              </a:extLst>
            </p:cNvPr>
            <p:cNvSpPr/>
            <p:nvPr/>
          </p:nvSpPr>
          <p:spPr>
            <a:xfrm>
              <a:off x="3851792" y="2636743"/>
              <a:ext cx="47308" cy="26745"/>
            </a:xfrm>
            <a:custGeom>
              <a:avLst/>
              <a:gdLst/>
              <a:ahLst/>
              <a:cxnLst/>
              <a:rect l="l" t="t" r="r" b="b"/>
              <a:pathLst>
                <a:path w="750" h="424" extrusionOk="0">
                  <a:moveTo>
                    <a:pt x="593" y="12"/>
                  </a:moveTo>
                  <a:lnTo>
                    <a:pt x="714" y="85"/>
                  </a:lnTo>
                  <a:lnTo>
                    <a:pt x="146" y="411"/>
                  </a:lnTo>
                  <a:lnTo>
                    <a:pt x="25" y="339"/>
                  </a:lnTo>
                  <a:lnTo>
                    <a:pt x="593" y="12"/>
                  </a:lnTo>
                  <a:close/>
                  <a:moveTo>
                    <a:pt x="593" y="0"/>
                  </a:moveTo>
                  <a:lnTo>
                    <a:pt x="0" y="339"/>
                  </a:lnTo>
                  <a:lnTo>
                    <a:pt x="158" y="423"/>
                  </a:lnTo>
                  <a:lnTo>
                    <a:pt x="750" y="85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" name="Google Shape;2095;p60">
              <a:extLst>
                <a:ext uri="{FF2B5EF4-FFF2-40B4-BE49-F238E27FC236}">
                  <a16:creationId xmlns:a16="http://schemas.microsoft.com/office/drawing/2014/main" id="{1B7A80BC-395B-8300-8AD0-03D06BF23541}"/>
                </a:ext>
              </a:extLst>
            </p:cNvPr>
            <p:cNvSpPr/>
            <p:nvPr/>
          </p:nvSpPr>
          <p:spPr>
            <a:xfrm>
              <a:off x="3769476" y="2610440"/>
              <a:ext cx="15265" cy="8452"/>
            </a:xfrm>
            <a:custGeom>
              <a:avLst/>
              <a:gdLst/>
              <a:ahLst/>
              <a:cxnLst/>
              <a:rect l="l" t="t" r="r" b="b"/>
              <a:pathLst>
                <a:path w="242" h="134" extrusionOk="0">
                  <a:moveTo>
                    <a:pt x="121" y="0"/>
                  </a:moveTo>
                  <a:cubicBezTo>
                    <a:pt x="97" y="0"/>
                    <a:pt x="73" y="6"/>
                    <a:pt x="48" y="19"/>
                  </a:cubicBezTo>
                  <a:cubicBezTo>
                    <a:pt x="0" y="43"/>
                    <a:pt x="0" y="91"/>
                    <a:pt x="48" y="115"/>
                  </a:cubicBezTo>
                  <a:cubicBezTo>
                    <a:pt x="73" y="127"/>
                    <a:pt x="97" y="133"/>
                    <a:pt x="121" y="133"/>
                  </a:cubicBezTo>
                  <a:cubicBezTo>
                    <a:pt x="145" y="133"/>
                    <a:pt x="169" y="127"/>
                    <a:pt x="193" y="115"/>
                  </a:cubicBezTo>
                  <a:cubicBezTo>
                    <a:pt x="242" y="91"/>
                    <a:pt x="242" y="55"/>
                    <a:pt x="193" y="19"/>
                  </a:cubicBezTo>
                  <a:cubicBezTo>
                    <a:pt x="169" y="6"/>
                    <a:pt x="145" y="0"/>
                    <a:pt x="12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" name="Google Shape;2096;p60">
              <a:extLst>
                <a:ext uri="{FF2B5EF4-FFF2-40B4-BE49-F238E27FC236}">
                  <a16:creationId xmlns:a16="http://schemas.microsoft.com/office/drawing/2014/main" id="{66BB673B-9EE0-6649-6666-F6FDAD37DCBB}"/>
                </a:ext>
              </a:extLst>
            </p:cNvPr>
            <p:cNvSpPr/>
            <p:nvPr/>
          </p:nvSpPr>
          <p:spPr>
            <a:xfrm>
              <a:off x="3770990" y="2600158"/>
              <a:ext cx="30530" cy="17409"/>
            </a:xfrm>
            <a:custGeom>
              <a:avLst/>
              <a:gdLst/>
              <a:ahLst/>
              <a:cxnLst/>
              <a:rect l="l" t="t" r="r" b="b"/>
              <a:pathLst>
                <a:path w="484" h="276" extrusionOk="0">
                  <a:moveTo>
                    <a:pt x="37" y="0"/>
                  </a:moveTo>
                  <a:cubicBezTo>
                    <a:pt x="12" y="0"/>
                    <a:pt x="0" y="12"/>
                    <a:pt x="0" y="24"/>
                  </a:cubicBezTo>
                  <a:cubicBezTo>
                    <a:pt x="0" y="36"/>
                    <a:pt x="12" y="36"/>
                    <a:pt x="37" y="36"/>
                  </a:cubicBezTo>
                  <a:cubicBezTo>
                    <a:pt x="133" y="36"/>
                    <a:pt x="230" y="61"/>
                    <a:pt x="315" y="109"/>
                  </a:cubicBezTo>
                  <a:cubicBezTo>
                    <a:pt x="375" y="133"/>
                    <a:pt x="411" y="194"/>
                    <a:pt x="423" y="254"/>
                  </a:cubicBezTo>
                  <a:cubicBezTo>
                    <a:pt x="423" y="266"/>
                    <a:pt x="423" y="266"/>
                    <a:pt x="435" y="266"/>
                  </a:cubicBezTo>
                  <a:cubicBezTo>
                    <a:pt x="435" y="272"/>
                    <a:pt x="438" y="275"/>
                    <a:pt x="443" y="275"/>
                  </a:cubicBezTo>
                  <a:cubicBezTo>
                    <a:pt x="447" y="275"/>
                    <a:pt x="454" y="272"/>
                    <a:pt x="460" y="266"/>
                  </a:cubicBezTo>
                  <a:cubicBezTo>
                    <a:pt x="472" y="266"/>
                    <a:pt x="484" y="266"/>
                    <a:pt x="484" y="254"/>
                  </a:cubicBezTo>
                  <a:cubicBezTo>
                    <a:pt x="472" y="169"/>
                    <a:pt x="423" y="109"/>
                    <a:pt x="351" y="85"/>
                  </a:cubicBezTo>
                  <a:cubicBezTo>
                    <a:pt x="254" y="24"/>
                    <a:pt x="145" y="0"/>
                    <a:pt x="3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" name="Google Shape;2097;p60">
              <a:extLst>
                <a:ext uri="{FF2B5EF4-FFF2-40B4-BE49-F238E27FC236}">
                  <a16:creationId xmlns:a16="http://schemas.microsoft.com/office/drawing/2014/main" id="{4294FA55-ACA4-8562-C6B5-41E269F8EC3D}"/>
                </a:ext>
              </a:extLst>
            </p:cNvPr>
            <p:cNvSpPr/>
            <p:nvPr/>
          </p:nvSpPr>
          <p:spPr>
            <a:xfrm>
              <a:off x="3770990" y="2592526"/>
              <a:ext cx="45037" cy="25231"/>
            </a:xfrm>
            <a:custGeom>
              <a:avLst/>
              <a:gdLst/>
              <a:ahLst/>
              <a:cxnLst/>
              <a:rect l="l" t="t" r="r" b="b"/>
              <a:pathLst>
                <a:path w="714" h="400" extrusionOk="0">
                  <a:moveTo>
                    <a:pt x="37" y="0"/>
                  </a:moveTo>
                  <a:cubicBezTo>
                    <a:pt x="12" y="0"/>
                    <a:pt x="0" y="0"/>
                    <a:pt x="0" y="12"/>
                  </a:cubicBezTo>
                  <a:cubicBezTo>
                    <a:pt x="0" y="25"/>
                    <a:pt x="12" y="37"/>
                    <a:pt x="37" y="37"/>
                  </a:cubicBezTo>
                  <a:cubicBezTo>
                    <a:pt x="375" y="37"/>
                    <a:pt x="653" y="194"/>
                    <a:pt x="653" y="387"/>
                  </a:cubicBezTo>
                  <a:cubicBezTo>
                    <a:pt x="653" y="387"/>
                    <a:pt x="653" y="399"/>
                    <a:pt x="653" y="399"/>
                  </a:cubicBezTo>
                  <a:lnTo>
                    <a:pt x="677" y="399"/>
                  </a:lnTo>
                  <a:cubicBezTo>
                    <a:pt x="701" y="399"/>
                    <a:pt x="713" y="387"/>
                    <a:pt x="713" y="375"/>
                  </a:cubicBezTo>
                  <a:cubicBezTo>
                    <a:pt x="713" y="170"/>
                    <a:pt x="411" y="0"/>
                    <a:pt x="3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" name="Google Shape;2098;p60">
              <a:extLst>
                <a:ext uri="{FF2B5EF4-FFF2-40B4-BE49-F238E27FC236}">
                  <a16:creationId xmlns:a16="http://schemas.microsoft.com/office/drawing/2014/main" id="{9FAF172C-3561-5048-1570-2E02075ADF19}"/>
                </a:ext>
              </a:extLst>
            </p:cNvPr>
            <p:cNvSpPr/>
            <p:nvPr/>
          </p:nvSpPr>
          <p:spPr>
            <a:xfrm>
              <a:off x="3770233" y="2583254"/>
              <a:ext cx="61816" cy="35260"/>
            </a:xfrm>
            <a:custGeom>
              <a:avLst/>
              <a:gdLst/>
              <a:ahLst/>
              <a:cxnLst/>
              <a:rect l="l" t="t" r="r" b="b"/>
              <a:pathLst>
                <a:path w="980" h="559" extrusionOk="0">
                  <a:moveTo>
                    <a:pt x="107" y="1"/>
                  </a:moveTo>
                  <a:cubicBezTo>
                    <a:pt x="88" y="1"/>
                    <a:pt x="68" y="1"/>
                    <a:pt x="49" y="2"/>
                  </a:cubicBezTo>
                  <a:lnTo>
                    <a:pt x="24" y="2"/>
                  </a:lnTo>
                  <a:cubicBezTo>
                    <a:pt x="12" y="2"/>
                    <a:pt x="0" y="14"/>
                    <a:pt x="0" y="14"/>
                  </a:cubicBezTo>
                  <a:cubicBezTo>
                    <a:pt x="0" y="26"/>
                    <a:pt x="0" y="26"/>
                    <a:pt x="12" y="26"/>
                  </a:cubicBezTo>
                  <a:cubicBezTo>
                    <a:pt x="12" y="33"/>
                    <a:pt x="15" y="36"/>
                    <a:pt x="20" y="36"/>
                  </a:cubicBezTo>
                  <a:cubicBezTo>
                    <a:pt x="24" y="36"/>
                    <a:pt x="30" y="33"/>
                    <a:pt x="36" y="26"/>
                  </a:cubicBezTo>
                  <a:lnTo>
                    <a:pt x="49" y="26"/>
                  </a:lnTo>
                  <a:cubicBezTo>
                    <a:pt x="266" y="26"/>
                    <a:pt x="472" y="75"/>
                    <a:pt x="665" y="184"/>
                  </a:cubicBezTo>
                  <a:cubicBezTo>
                    <a:pt x="810" y="244"/>
                    <a:pt x="907" y="377"/>
                    <a:pt x="919" y="534"/>
                  </a:cubicBezTo>
                  <a:cubicBezTo>
                    <a:pt x="919" y="546"/>
                    <a:pt x="931" y="558"/>
                    <a:pt x="955" y="558"/>
                  </a:cubicBezTo>
                  <a:cubicBezTo>
                    <a:pt x="967" y="558"/>
                    <a:pt x="979" y="546"/>
                    <a:pt x="979" y="534"/>
                  </a:cubicBezTo>
                  <a:cubicBezTo>
                    <a:pt x="967" y="365"/>
                    <a:pt x="858" y="220"/>
                    <a:pt x="713" y="147"/>
                  </a:cubicBezTo>
                  <a:cubicBezTo>
                    <a:pt x="525" y="59"/>
                    <a:pt x="317" y="1"/>
                    <a:pt x="107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" name="Google Shape;2099;p60">
              <a:extLst>
                <a:ext uri="{FF2B5EF4-FFF2-40B4-BE49-F238E27FC236}">
                  <a16:creationId xmlns:a16="http://schemas.microsoft.com/office/drawing/2014/main" id="{1FFBF01C-F1B0-AD8F-6AAD-2BDE75B61254}"/>
                </a:ext>
              </a:extLst>
            </p:cNvPr>
            <p:cNvSpPr/>
            <p:nvPr/>
          </p:nvSpPr>
          <p:spPr>
            <a:xfrm>
              <a:off x="3692460" y="2548309"/>
              <a:ext cx="61059" cy="34377"/>
            </a:xfrm>
            <a:custGeom>
              <a:avLst/>
              <a:gdLst/>
              <a:ahLst/>
              <a:cxnLst/>
              <a:rect l="l" t="t" r="r" b="b"/>
              <a:pathLst>
                <a:path w="968" h="545" extrusionOk="0">
                  <a:moveTo>
                    <a:pt x="798" y="109"/>
                  </a:moveTo>
                  <a:lnTo>
                    <a:pt x="895" y="315"/>
                  </a:lnTo>
                  <a:lnTo>
                    <a:pt x="532" y="266"/>
                  </a:lnTo>
                  <a:lnTo>
                    <a:pt x="798" y="109"/>
                  </a:lnTo>
                  <a:close/>
                  <a:moveTo>
                    <a:pt x="448" y="315"/>
                  </a:moveTo>
                  <a:lnTo>
                    <a:pt x="544" y="520"/>
                  </a:lnTo>
                  <a:lnTo>
                    <a:pt x="194" y="460"/>
                  </a:lnTo>
                  <a:lnTo>
                    <a:pt x="448" y="315"/>
                  </a:lnTo>
                  <a:close/>
                  <a:moveTo>
                    <a:pt x="351" y="0"/>
                  </a:moveTo>
                  <a:cubicBezTo>
                    <a:pt x="339" y="0"/>
                    <a:pt x="327" y="12"/>
                    <a:pt x="339" y="24"/>
                  </a:cubicBezTo>
                  <a:lnTo>
                    <a:pt x="448" y="254"/>
                  </a:lnTo>
                  <a:lnTo>
                    <a:pt x="37" y="194"/>
                  </a:lnTo>
                  <a:cubicBezTo>
                    <a:pt x="33" y="190"/>
                    <a:pt x="30" y="189"/>
                    <a:pt x="26" y="189"/>
                  </a:cubicBezTo>
                  <a:cubicBezTo>
                    <a:pt x="17" y="189"/>
                    <a:pt x="9" y="197"/>
                    <a:pt x="0" y="206"/>
                  </a:cubicBezTo>
                  <a:cubicBezTo>
                    <a:pt x="0" y="206"/>
                    <a:pt x="0" y="218"/>
                    <a:pt x="0" y="218"/>
                  </a:cubicBezTo>
                  <a:lnTo>
                    <a:pt x="12" y="218"/>
                  </a:lnTo>
                  <a:lnTo>
                    <a:pt x="411" y="278"/>
                  </a:lnTo>
                  <a:lnTo>
                    <a:pt x="109" y="460"/>
                  </a:lnTo>
                  <a:cubicBezTo>
                    <a:pt x="109" y="460"/>
                    <a:pt x="97" y="460"/>
                    <a:pt x="109" y="472"/>
                  </a:cubicBezTo>
                  <a:lnTo>
                    <a:pt x="121" y="472"/>
                  </a:lnTo>
                  <a:lnTo>
                    <a:pt x="568" y="544"/>
                  </a:lnTo>
                  <a:lnTo>
                    <a:pt x="593" y="544"/>
                  </a:lnTo>
                  <a:cubicBezTo>
                    <a:pt x="617" y="544"/>
                    <a:pt x="617" y="544"/>
                    <a:pt x="617" y="532"/>
                  </a:cubicBezTo>
                  <a:lnTo>
                    <a:pt x="508" y="290"/>
                  </a:lnTo>
                  <a:lnTo>
                    <a:pt x="931" y="363"/>
                  </a:lnTo>
                  <a:lnTo>
                    <a:pt x="955" y="363"/>
                  </a:lnTo>
                  <a:cubicBezTo>
                    <a:pt x="955" y="363"/>
                    <a:pt x="967" y="351"/>
                    <a:pt x="955" y="339"/>
                  </a:cubicBezTo>
                  <a:lnTo>
                    <a:pt x="834" y="85"/>
                  </a:lnTo>
                  <a:cubicBezTo>
                    <a:pt x="822" y="73"/>
                    <a:pt x="822" y="73"/>
                    <a:pt x="810" y="73"/>
                  </a:cubicBezTo>
                  <a:cubicBezTo>
                    <a:pt x="804" y="67"/>
                    <a:pt x="801" y="64"/>
                    <a:pt x="798" y="64"/>
                  </a:cubicBezTo>
                  <a:cubicBezTo>
                    <a:pt x="795" y="64"/>
                    <a:pt x="792" y="67"/>
                    <a:pt x="786" y="73"/>
                  </a:cubicBezTo>
                  <a:lnTo>
                    <a:pt x="496" y="242"/>
                  </a:lnTo>
                  <a:lnTo>
                    <a:pt x="387" y="12"/>
                  </a:lnTo>
                  <a:cubicBezTo>
                    <a:pt x="375" y="0"/>
                    <a:pt x="363" y="0"/>
                    <a:pt x="35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" name="Google Shape;2100;p60">
              <a:extLst>
                <a:ext uri="{FF2B5EF4-FFF2-40B4-BE49-F238E27FC236}">
                  <a16:creationId xmlns:a16="http://schemas.microsoft.com/office/drawing/2014/main" id="{218A9FEF-B401-DD22-506A-81187160CD17}"/>
                </a:ext>
              </a:extLst>
            </p:cNvPr>
            <p:cNvSpPr/>
            <p:nvPr/>
          </p:nvSpPr>
          <p:spPr>
            <a:xfrm>
              <a:off x="2962095" y="2129730"/>
              <a:ext cx="47308" cy="31350"/>
            </a:xfrm>
            <a:custGeom>
              <a:avLst/>
              <a:gdLst/>
              <a:ahLst/>
              <a:cxnLst/>
              <a:rect l="l" t="t" r="r" b="b"/>
              <a:pathLst>
                <a:path w="750" h="497" extrusionOk="0">
                  <a:moveTo>
                    <a:pt x="520" y="1"/>
                  </a:moveTo>
                  <a:lnTo>
                    <a:pt x="447" y="49"/>
                  </a:lnTo>
                  <a:lnTo>
                    <a:pt x="617" y="109"/>
                  </a:lnTo>
                  <a:lnTo>
                    <a:pt x="194" y="351"/>
                  </a:lnTo>
                  <a:lnTo>
                    <a:pt x="73" y="279"/>
                  </a:lnTo>
                  <a:lnTo>
                    <a:pt x="0" y="315"/>
                  </a:lnTo>
                  <a:lnTo>
                    <a:pt x="314" y="496"/>
                  </a:lnTo>
                  <a:lnTo>
                    <a:pt x="375" y="460"/>
                  </a:lnTo>
                  <a:lnTo>
                    <a:pt x="254" y="387"/>
                  </a:lnTo>
                  <a:lnTo>
                    <a:pt x="750" y="109"/>
                  </a:lnTo>
                  <a:lnTo>
                    <a:pt x="677" y="61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" name="Google Shape;2101;p60">
              <a:extLst>
                <a:ext uri="{FF2B5EF4-FFF2-40B4-BE49-F238E27FC236}">
                  <a16:creationId xmlns:a16="http://schemas.microsoft.com/office/drawing/2014/main" id="{25DF365D-32A7-DAF3-23C5-E55FB7955223}"/>
                </a:ext>
              </a:extLst>
            </p:cNvPr>
            <p:cNvSpPr/>
            <p:nvPr/>
          </p:nvSpPr>
          <p:spPr>
            <a:xfrm>
              <a:off x="2995589" y="2145751"/>
              <a:ext cx="52670" cy="25988"/>
            </a:xfrm>
            <a:custGeom>
              <a:avLst/>
              <a:gdLst/>
              <a:ahLst/>
              <a:cxnLst/>
              <a:rect l="l" t="t" r="r" b="b"/>
              <a:pathLst>
                <a:path w="835" h="412" extrusionOk="0">
                  <a:moveTo>
                    <a:pt x="472" y="0"/>
                  </a:moveTo>
                  <a:lnTo>
                    <a:pt x="412" y="37"/>
                  </a:lnTo>
                  <a:lnTo>
                    <a:pt x="678" y="194"/>
                  </a:lnTo>
                  <a:lnTo>
                    <a:pt x="1" y="363"/>
                  </a:lnTo>
                  <a:lnTo>
                    <a:pt x="73" y="411"/>
                  </a:lnTo>
                  <a:lnTo>
                    <a:pt x="799" y="230"/>
                  </a:lnTo>
                  <a:lnTo>
                    <a:pt x="835" y="206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" name="Google Shape;2102;p60">
              <a:extLst>
                <a:ext uri="{FF2B5EF4-FFF2-40B4-BE49-F238E27FC236}">
                  <a16:creationId xmlns:a16="http://schemas.microsoft.com/office/drawing/2014/main" id="{59FE3208-B72E-2B76-BDCA-1DCFC5EFE47F}"/>
                </a:ext>
              </a:extLst>
            </p:cNvPr>
            <p:cNvSpPr/>
            <p:nvPr/>
          </p:nvSpPr>
          <p:spPr>
            <a:xfrm>
              <a:off x="3022333" y="2170162"/>
              <a:ext cx="30530" cy="17599"/>
            </a:xfrm>
            <a:custGeom>
              <a:avLst/>
              <a:gdLst/>
              <a:ahLst/>
              <a:cxnLst/>
              <a:rect l="l" t="t" r="r" b="b"/>
              <a:pathLst>
                <a:path w="484" h="279" extrusionOk="0">
                  <a:moveTo>
                    <a:pt x="399" y="0"/>
                  </a:moveTo>
                  <a:lnTo>
                    <a:pt x="302" y="61"/>
                  </a:lnTo>
                  <a:lnTo>
                    <a:pt x="387" y="97"/>
                  </a:lnTo>
                  <a:lnTo>
                    <a:pt x="483" y="49"/>
                  </a:lnTo>
                  <a:lnTo>
                    <a:pt x="399" y="0"/>
                  </a:lnTo>
                  <a:close/>
                  <a:moveTo>
                    <a:pt x="97" y="169"/>
                  </a:moveTo>
                  <a:lnTo>
                    <a:pt x="0" y="230"/>
                  </a:lnTo>
                  <a:lnTo>
                    <a:pt x="85" y="278"/>
                  </a:lnTo>
                  <a:lnTo>
                    <a:pt x="181" y="218"/>
                  </a:lnTo>
                  <a:lnTo>
                    <a:pt x="97" y="169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" name="Google Shape;2103;p60">
              <a:extLst>
                <a:ext uri="{FF2B5EF4-FFF2-40B4-BE49-F238E27FC236}">
                  <a16:creationId xmlns:a16="http://schemas.microsoft.com/office/drawing/2014/main" id="{4D26E2DA-3B46-EE2B-2F44-7FC9D7C3DB01}"/>
                </a:ext>
              </a:extLst>
            </p:cNvPr>
            <p:cNvSpPr/>
            <p:nvPr/>
          </p:nvSpPr>
          <p:spPr>
            <a:xfrm>
              <a:off x="3038291" y="2173947"/>
              <a:ext cx="51156" cy="29016"/>
            </a:xfrm>
            <a:custGeom>
              <a:avLst/>
              <a:gdLst/>
              <a:ahLst/>
              <a:cxnLst/>
              <a:rect l="l" t="t" r="r" b="b"/>
              <a:pathLst>
                <a:path w="811" h="460" extrusionOk="0">
                  <a:moveTo>
                    <a:pt x="533" y="1"/>
                  </a:moveTo>
                  <a:lnTo>
                    <a:pt x="472" y="37"/>
                  </a:lnTo>
                  <a:cubicBezTo>
                    <a:pt x="508" y="49"/>
                    <a:pt x="545" y="61"/>
                    <a:pt x="569" y="73"/>
                  </a:cubicBezTo>
                  <a:cubicBezTo>
                    <a:pt x="593" y="73"/>
                    <a:pt x="617" y="85"/>
                    <a:pt x="641" y="97"/>
                  </a:cubicBezTo>
                  <a:cubicBezTo>
                    <a:pt x="678" y="122"/>
                    <a:pt x="702" y="146"/>
                    <a:pt x="702" y="170"/>
                  </a:cubicBezTo>
                  <a:cubicBezTo>
                    <a:pt x="714" y="182"/>
                    <a:pt x="702" y="206"/>
                    <a:pt x="666" y="218"/>
                  </a:cubicBezTo>
                  <a:cubicBezTo>
                    <a:pt x="641" y="230"/>
                    <a:pt x="605" y="242"/>
                    <a:pt x="581" y="242"/>
                  </a:cubicBezTo>
                  <a:cubicBezTo>
                    <a:pt x="533" y="230"/>
                    <a:pt x="496" y="218"/>
                    <a:pt x="472" y="206"/>
                  </a:cubicBezTo>
                  <a:lnTo>
                    <a:pt x="400" y="170"/>
                  </a:lnTo>
                  <a:lnTo>
                    <a:pt x="339" y="206"/>
                  </a:lnTo>
                  <a:lnTo>
                    <a:pt x="400" y="242"/>
                  </a:lnTo>
                  <a:cubicBezTo>
                    <a:pt x="448" y="267"/>
                    <a:pt x="472" y="291"/>
                    <a:pt x="472" y="315"/>
                  </a:cubicBezTo>
                  <a:cubicBezTo>
                    <a:pt x="472" y="339"/>
                    <a:pt x="460" y="351"/>
                    <a:pt x="424" y="375"/>
                  </a:cubicBezTo>
                  <a:cubicBezTo>
                    <a:pt x="400" y="387"/>
                    <a:pt x="351" y="400"/>
                    <a:pt x="315" y="400"/>
                  </a:cubicBezTo>
                  <a:cubicBezTo>
                    <a:pt x="267" y="387"/>
                    <a:pt x="218" y="375"/>
                    <a:pt x="182" y="351"/>
                  </a:cubicBezTo>
                  <a:cubicBezTo>
                    <a:pt x="158" y="339"/>
                    <a:pt x="134" y="327"/>
                    <a:pt x="110" y="303"/>
                  </a:cubicBezTo>
                  <a:cubicBezTo>
                    <a:pt x="98" y="291"/>
                    <a:pt x="73" y="267"/>
                    <a:pt x="73" y="242"/>
                  </a:cubicBezTo>
                  <a:lnTo>
                    <a:pt x="1" y="291"/>
                  </a:lnTo>
                  <a:cubicBezTo>
                    <a:pt x="13" y="303"/>
                    <a:pt x="37" y="327"/>
                    <a:pt x="49" y="339"/>
                  </a:cubicBezTo>
                  <a:cubicBezTo>
                    <a:pt x="73" y="363"/>
                    <a:pt x="98" y="375"/>
                    <a:pt x="122" y="387"/>
                  </a:cubicBezTo>
                  <a:cubicBezTo>
                    <a:pt x="182" y="424"/>
                    <a:pt x="255" y="448"/>
                    <a:pt x="327" y="460"/>
                  </a:cubicBezTo>
                  <a:cubicBezTo>
                    <a:pt x="388" y="460"/>
                    <a:pt x="448" y="448"/>
                    <a:pt x="508" y="412"/>
                  </a:cubicBezTo>
                  <a:cubicBezTo>
                    <a:pt x="533" y="400"/>
                    <a:pt x="557" y="375"/>
                    <a:pt x="569" y="351"/>
                  </a:cubicBezTo>
                  <a:cubicBezTo>
                    <a:pt x="569" y="315"/>
                    <a:pt x="557" y="291"/>
                    <a:pt x="533" y="267"/>
                  </a:cubicBezTo>
                  <a:lnTo>
                    <a:pt x="533" y="267"/>
                  </a:lnTo>
                  <a:cubicBezTo>
                    <a:pt x="569" y="279"/>
                    <a:pt x="605" y="291"/>
                    <a:pt x="641" y="291"/>
                  </a:cubicBezTo>
                  <a:cubicBezTo>
                    <a:pt x="690" y="291"/>
                    <a:pt x="714" y="279"/>
                    <a:pt x="750" y="254"/>
                  </a:cubicBezTo>
                  <a:cubicBezTo>
                    <a:pt x="799" y="230"/>
                    <a:pt x="811" y="206"/>
                    <a:pt x="811" y="170"/>
                  </a:cubicBezTo>
                  <a:cubicBezTo>
                    <a:pt x="799" y="134"/>
                    <a:pt x="762" y="97"/>
                    <a:pt x="714" y="73"/>
                  </a:cubicBezTo>
                  <a:cubicBezTo>
                    <a:pt x="690" y="61"/>
                    <a:pt x="666" y="49"/>
                    <a:pt x="629" y="37"/>
                  </a:cubicBezTo>
                  <a:lnTo>
                    <a:pt x="533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" name="Google Shape;2104;p60">
              <a:extLst>
                <a:ext uri="{FF2B5EF4-FFF2-40B4-BE49-F238E27FC236}">
                  <a16:creationId xmlns:a16="http://schemas.microsoft.com/office/drawing/2014/main" id="{9F5E3A8D-19E4-3803-2537-9C6B24B29E96}"/>
                </a:ext>
              </a:extLst>
            </p:cNvPr>
            <p:cNvSpPr/>
            <p:nvPr/>
          </p:nvSpPr>
          <p:spPr>
            <a:xfrm>
              <a:off x="3071848" y="2192996"/>
              <a:ext cx="48885" cy="28322"/>
            </a:xfrm>
            <a:custGeom>
              <a:avLst/>
              <a:gdLst/>
              <a:ahLst/>
              <a:cxnLst/>
              <a:rect l="l" t="t" r="r" b="b"/>
              <a:pathLst>
                <a:path w="775" h="449" extrusionOk="0">
                  <a:moveTo>
                    <a:pt x="520" y="61"/>
                  </a:moveTo>
                  <a:cubicBezTo>
                    <a:pt x="557" y="61"/>
                    <a:pt x="593" y="73"/>
                    <a:pt x="617" y="85"/>
                  </a:cubicBezTo>
                  <a:cubicBezTo>
                    <a:pt x="653" y="110"/>
                    <a:pt x="665" y="122"/>
                    <a:pt x="665" y="146"/>
                  </a:cubicBezTo>
                  <a:cubicBezTo>
                    <a:pt x="678" y="158"/>
                    <a:pt x="653" y="182"/>
                    <a:pt x="629" y="194"/>
                  </a:cubicBezTo>
                  <a:cubicBezTo>
                    <a:pt x="605" y="218"/>
                    <a:pt x="569" y="218"/>
                    <a:pt x="532" y="218"/>
                  </a:cubicBezTo>
                  <a:cubicBezTo>
                    <a:pt x="496" y="218"/>
                    <a:pt x="460" y="206"/>
                    <a:pt x="436" y="194"/>
                  </a:cubicBezTo>
                  <a:cubicBezTo>
                    <a:pt x="400" y="170"/>
                    <a:pt x="387" y="158"/>
                    <a:pt x="387" y="134"/>
                  </a:cubicBezTo>
                  <a:cubicBezTo>
                    <a:pt x="387" y="110"/>
                    <a:pt x="400" y="98"/>
                    <a:pt x="424" y="85"/>
                  </a:cubicBezTo>
                  <a:cubicBezTo>
                    <a:pt x="448" y="61"/>
                    <a:pt x="484" y="61"/>
                    <a:pt x="520" y="61"/>
                  </a:cubicBezTo>
                  <a:close/>
                  <a:moveTo>
                    <a:pt x="237" y="202"/>
                  </a:moveTo>
                  <a:cubicBezTo>
                    <a:pt x="247" y="202"/>
                    <a:pt x="257" y="203"/>
                    <a:pt x="267" y="206"/>
                  </a:cubicBezTo>
                  <a:cubicBezTo>
                    <a:pt x="303" y="206"/>
                    <a:pt x="339" y="206"/>
                    <a:pt x="375" y="230"/>
                  </a:cubicBezTo>
                  <a:cubicBezTo>
                    <a:pt x="412" y="255"/>
                    <a:pt x="436" y="279"/>
                    <a:pt x="436" y="303"/>
                  </a:cubicBezTo>
                  <a:cubicBezTo>
                    <a:pt x="436" y="315"/>
                    <a:pt x="424" y="339"/>
                    <a:pt x="387" y="363"/>
                  </a:cubicBezTo>
                  <a:cubicBezTo>
                    <a:pt x="351" y="376"/>
                    <a:pt x="315" y="388"/>
                    <a:pt x="279" y="388"/>
                  </a:cubicBezTo>
                  <a:cubicBezTo>
                    <a:pt x="230" y="388"/>
                    <a:pt x="194" y="376"/>
                    <a:pt x="158" y="351"/>
                  </a:cubicBezTo>
                  <a:cubicBezTo>
                    <a:pt x="134" y="339"/>
                    <a:pt x="109" y="315"/>
                    <a:pt x="109" y="291"/>
                  </a:cubicBezTo>
                  <a:cubicBezTo>
                    <a:pt x="109" y="267"/>
                    <a:pt x="122" y="243"/>
                    <a:pt x="158" y="230"/>
                  </a:cubicBezTo>
                  <a:cubicBezTo>
                    <a:pt x="184" y="213"/>
                    <a:pt x="211" y="202"/>
                    <a:pt x="237" y="202"/>
                  </a:cubicBezTo>
                  <a:close/>
                  <a:moveTo>
                    <a:pt x="508" y="1"/>
                  </a:moveTo>
                  <a:cubicBezTo>
                    <a:pt x="460" y="1"/>
                    <a:pt x="400" y="13"/>
                    <a:pt x="363" y="37"/>
                  </a:cubicBezTo>
                  <a:cubicBezTo>
                    <a:pt x="327" y="61"/>
                    <a:pt x="303" y="73"/>
                    <a:pt x="303" y="98"/>
                  </a:cubicBezTo>
                  <a:cubicBezTo>
                    <a:pt x="303" y="122"/>
                    <a:pt x="315" y="158"/>
                    <a:pt x="339" y="170"/>
                  </a:cubicBezTo>
                  <a:cubicBezTo>
                    <a:pt x="291" y="158"/>
                    <a:pt x="242" y="146"/>
                    <a:pt x="194" y="146"/>
                  </a:cubicBezTo>
                  <a:cubicBezTo>
                    <a:pt x="158" y="146"/>
                    <a:pt x="122" y="158"/>
                    <a:pt x="85" y="182"/>
                  </a:cubicBezTo>
                  <a:cubicBezTo>
                    <a:pt x="25" y="218"/>
                    <a:pt x="1" y="243"/>
                    <a:pt x="1" y="279"/>
                  </a:cubicBezTo>
                  <a:cubicBezTo>
                    <a:pt x="13" y="315"/>
                    <a:pt x="37" y="351"/>
                    <a:pt x="97" y="388"/>
                  </a:cubicBezTo>
                  <a:cubicBezTo>
                    <a:pt x="158" y="424"/>
                    <a:pt x="218" y="448"/>
                    <a:pt x="291" y="448"/>
                  </a:cubicBezTo>
                  <a:cubicBezTo>
                    <a:pt x="351" y="448"/>
                    <a:pt x="412" y="436"/>
                    <a:pt x="460" y="400"/>
                  </a:cubicBezTo>
                  <a:cubicBezTo>
                    <a:pt x="484" y="388"/>
                    <a:pt x="508" y="363"/>
                    <a:pt x="520" y="339"/>
                  </a:cubicBezTo>
                  <a:cubicBezTo>
                    <a:pt x="520" y="303"/>
                    <a:pt x="508" y="279"/>
                    <a:pt x="484" y="255"/>
                  </a:cubicBezTo>
                  <a:lnTo>
                    <a:pt x="484" y="255"/>
                  </a:lnTo>
                  <a:cubicBezTo>
                    <a:pt x="520" y="267"/>
                    <a:pt x="557" y="279"/>
                    <a:pt x="605" y="279"/>
                  </a:cubicBezTo>
                  <a:cubicBezTo>
                    <a:pt x="641" y="267"/>
                    <a:pt x="678" y="267"/>
                    <a:pt x="714" y="243"/>
                  </a:cubicBezTo>
                  <a:cubicBezTo>
                    <a:pt x="750" y="218"/>
                    <a:pt x="774" y="182"/>
                    <a:pt x="762" y="158"/>
                  </a:cubicBezTo>
                  <a:cubicBezTo>
                    <a:pt x="762" y="122"/>
                    <a:pt x="726" y="85"/>
                    <a:pt x="678" y="61"/>
                  </a:cubicBezTo>
                  <a:cubicBezTo>
                    <a:pt x="629" y="25"/>
                    <a:pt x="569" y="13"/>
                    <a:pt x="50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" name="Google Shape;2105;p60">
              <a:extLst>
                <a:ext uri="{FF2B5EF4-FFF2-40B4-BE49-F238E27FC236}">
                  <a16:creationId xmlns:a16="http://schemas.microsoft.com/office/drawing/2014/main" id="{D8487A78-5CF2-328E-D779-69FB010441ED}"/>
                </a:ext>
              </a:extLst>
            </p:cNvPr>
            <p:cNvSpPr/>
            <p:nvPr/>
          </p:nvSpPr>
          <p:spPr>
            <a:xfrm>
              <a:off x="2892710" y="2241818"/>
              <a:ext cx="76261" cy="43523"/>
            </a:xfrm>
            <a:custGeom>
              <a:avLst/>
              <a:gdLst/>
              <a:ahLst/>
              <a:cxnLst/>
              <a:rect l="l" t="t" r="r" b="b"/>
              <a:pathLst>
                <a:path w="1209" h="690" extrusionOk="0">
                  <a:moveTo>
                    <a:pt x="605" y="0"/>
                  </a:moveTo>
                  <a:cubicBezTo>
                    <a:pt x="278" y="0"/>
                    <a:pt x="0" y="158"/>
                    <a:pt x="0" y="351"/>
                  </a:cubicBezTo>
                  <a:cubicBezTo>
                    <a:pt x="0" y="544"/>
                    <a:pt x="278" y="689"/>
                    <a:pt x="605" y="689"/>
                  </a:cubicBezTo>
                  <a:cubicBezTo>
                    <a:pt x="943" y="689"/>
                    <a:pt x="1209" y="544"/>
                    <a:pt x="1209" y="351"/>
                  </a:cubicBezTo>
                  <a:cubicBezTo>
                    <a:pt x="1209" y="158"/>
                    <a:pt x="943" y="0"/>
                    <a:pt x="6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" name="Google Shape;2106;p60">
              <a:extLst>
                <a:ext uri="{FF2B5EF4-FFF2-40B4-BE49-F238E27FC236}">
                  <a16:creationId xmlns:a16="http://schemas.microsoft.com/office/drawing/2014/main" id="{0E37B191-15A2-BF69-0886-34ABCA849CF3}"/>
                </a:ext>
              </a:extLst>
            </p:cNvPr>
            <p:cNvSpPr/>
            <p:nvPr/>
          </p:nvSpPr>
          <p:spPr>
            <a:xfrm>
              <a:off x="2829445" y="2206368"/>
              <a:ext cx="202857" cy="114423"/>
            </a:xfrm>
            <a:custGeom>
              <a:avLst/>
              <a:gdLst/>
              <a:ahLst/>
              <a:cxnLst/>
              <a:rect l="l" t="t" r="r" b="b"/>
              <a:pathLst>
                <a:path w="3216" h="1814" extrusionOk="0">
                  <a:moveTo>
                    <a:pt x="2683" y="907"/>
                  </a:moveTo>
                  <a:cubicBezTo>
                    <a:pt x="2707" y="907"/>
                    <a:pt x="2732" y="913"/>
                    <a:pt x="2756" y="925"/>
                  </a:cubicBezTo>
                  <a:cubicBezTo>
                    <a:pt x="2792" y="937"/>
                    <a:pt x="2792" y="998"/>
                    <a:pt x="2756" y="1010"/>
                  </a:cubicBezTo>
                  <a:cubicBezTo>
                    <a:pt x="2728" y="1024"/>
                    <a:pt x="2699" y="1030"/>
                    <a:pt x="2673" y="1030"/>
                  </a:cubicBezTo>
                  <a:cubicBezTo>
                    <a:pt x="2655" y="1030"/>
                    <a:pt x="2638" y="1027"/>
                    <a:pt x="2623" y="1022"/>
                  </a:cubicBezTo>
                  <a:lnTo>
                    <a:pt x="2611" y="1010"/>
                  </a:lnTo>
                  <a:cubicBezTo>
                    <a:pt x="2575" y="985"/>
                    <a:pt x="2575" y="949"/>
                    <a:pt x="2611" y="925"/>
                  </a:cubicBezTo>
                  <a:cubicBezTo>
                    <a:pt x="2635" y="913"/>
                    <a:pt x="2659" y="907"/>
                    <a:pt x="2683" y="907"/>
                  </a:cubicBezTo>
                  <a:close/>
                  <a:moveTo>
                    <a:pt x="1612" y="496"/>
                  </a:moveTo>
                  <a:cubicBezTo>
                    <a:pt x="1786" y="496"/>
                    <a:pt x="1958" y="538"/>
                    <a:pt x="2115" y="623"/>
                  </a:cubicBezTo>
                  <a:cubicBezTo>
                    <a:pt x="2393" y="780"/>
                    <a:pt x="2393" y="1034"/>
                    <a:pt x="2115" y="1203"/>
                  </a:cubicBezTo>
                  <a:cubicBezTo>
                    <a:pt x="1958" y="1282"/>
                    <a:pt x="1786" y="1321"/>
                    <a:pt x="1612" y="1321"/>
                  </a:cubicBezTo>
                  <a:cubicBezTo>
                    <a:pt x="1438" y="1321"/>
                    <a:pt x="1263" y="1282"/>
                    <a:pt x="1100" y="1203"/>
                  </a:cubicBezTo>
                  <a:cubicBezTo>
                    <a:pt x="822" y="1034"/>
                    <a:pt x="822" y="780"/>
                    <a:pt x="1100" y="623"/>
                  </a:cubicBezTo>
                  <a:cubicBezTo>
                    <a:pt x="1263" y="538"/>
                    <a:pt x="1438" y="496"/>
                    <a:pt x="1612" y="496"/>
                  </a:cubicBezTo>
                  <a:close/>
                  <a:moveTo>
                    <a:pt x="1354" y="0"/>
                  </a:moveTo>
                  <a:cubicBezTo>
                    <a:pt x="1275" y="0"/>
                    <a:pt x="1197" y="18"/>
                    <a:pt x="1124" y="55"/>
                  </a:cubicBezTo>
                  <a:lnTo>
                    <a:pt x="121" y="635"/>
                  </a:lnTo>
                  <a:cubicBezTo>
                    <a:pt x="0" y="671"/>
                    <a:pt x="0" y="852"/>
                    <a:pt x="121" y="889"/>
                  </a:cubicBezTo>
                  <a:lnTo>
                    <a:pt x="1632" y="1759"/>
                  </a:lnTo>
                  <a:cubicBezTo>
                    <a:pt x="1704" y="1795"/>
                    <a:pt x="1783" y="1813"/>
                    <a:pt x="1860" y="1813"/>
                  </a:cubicBezTo>
                  <a:cubicBezTo>
                    <a:pt x="1937" y="1813"/>
                    <a:pt x="2013" y="1795"/>
                    <a:pt x="2079" y="1759"/>
                  </a:cubicBezTo>
                  <a:lnTo>
                    <a:pt x="3082" y="1179"/>
                  </a:lnTo>
                  <a:cubicBezTo>
                    <a:pt x="3215" y="1143"/>
                    <a:pt x="3215" y="973"/>
                    <a:pt x="3094" y="925"/>
                  </a:cubicBezTo>
                  <a:lnTo>
                    <a:pt x="2840" y="780"/>
                  </a:lnTo>
                  <a:cubicBezTo>
                    <a:pt x="2949" y="707"/>
                    <a:pt x="2949" y="599"/>
                    <a:pt x="2828" y="526"/>
                  </a:cubicBezTo>
                  <a:lnTo>
                    <a:pt x="2272" y="212"/>
                  </a:lnTo>
                  <a:cubicBezTo>
                    <a:pt x="2194" y="173"/>
                    <a:pt x="2112" y="151"/>
                    <a:pt x="2030" y="151"/>
                  </a:cubicBezTo>
                  <a:cubicBezTo>
                    <a:pt x="1961" y="151"/>
                    <a:pt x="1892" y="167"/>
                    <a:pt x="1825" y="200"/>
                  </a:cubicBezTo>
                  <a:lnTo>
                    <a:pt x="1583" y="55"/>
                  </a:lnTo>
                  <a:cubicBezTo>
                    <a:pt x="1511" y="18"/>
                    <a:pt x="1432" y="0"/>
                    <a:pt x="1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" name="Google Shape;2107;p60">
              <a:extLst>
                <a:ext uri="{FF2B5EF4-FFF2-40B4-BE49-F238E27FC236}">
                  <a16:creationId xmlns:a16="http://schemas.microsoft.com/office/drawing/2014/main" id="{8C0F7D72-D073-ED36-7AE8-D5A49DE2B854}"/>
                </a:ext>
              </a:extLst>
            </p:cNvPr>
            <p:cNvSpPr/>
            <p:nvPr/>
          </p:nvSpPr>
          <p:spPr>
            <a:xfrm>
              <a:off x="3068064" y="2311202"/>
              <a:ext cx="90769" cy="91525"/>
            </a:xfrm>
            <a:custGeom>
              <a:avLst/>
              <a:gdLst/>
              <a:ahLst/>
              <a:cxnLst/>
              <a:rect l="l" t="t" r="r" b="b"/>
              <a:pathLst>
                <a:path w="1439" h="1451" extrusionOk="0">
                  <a:moveTo>
                    <a:pt x="725" y="24"/>
                  </a:moveTo>
                  <a:cubicBezTo>
                    <a:pt x="1076" y="24"/>
                    <a:pt x="1378" y="206"/>
                    <a:pt x="1378" y="411"/>
                  </a:cubicBezTo>
                  <a:cubicBezTo>
                    <a:pt x="1378" y="617"/>
                    <a:pt x="1076" y="798"/>
                    <a:pt x="725" y="798"/>
                  </a:cubicBezTo>
                  <a:cubicBezTo>
                    <a:pt x="363" y="798"/>
                    <a:pt x="61" y="617"/>
                    <a:pt x="61" y="411"/>
                  </a:cubicBezTo>
                  <a:cubicBezTo>
                    <a:pt x="61" y="206"/>
                    <a:pt x="363" y="24"/>
                    <a:pt x="725" y="24"/>
                  </a:cubicBezTo>
                  <a:close/>
                  <a:moveTo>
                    <a:pt x="713" y="0"/>
                  </a:moveTo>
                  <a:cubicBezTo>
                    <a:pt x="314" y="0"/>
                    <a:pt x="0" y="182"/>
                    <a:pt x="0" y="411"/>
                  </a:cubicBezTo>
                  <a:cubicBezTo>
                    <a:pt x="0" y="641"/>
                    <a:pt x="302" y="822"/>
                    <a:pt x="689" y="822"/>
                  </a:cubicBezTo>
                  <a:lnTo>
                    <a:pt x="665" y="1427"/>
                  </a:lnTo>
                  <a:cubicBezTo>
                    <a:pt x="665" y="1439"/>
                    <a:pt x="689" y="1451"/>
                    <a:pt x="713" y="1451"/>
                  </a:cubicBezTo>
                  <a:cubicBezTo>
                    <a:pt x="738" y="1451"/>
                    <a:pt x="762" y="1439"/>
                    <a:pt x="762" y="1427"/>
                  </a:cubicBezTo>
                  <a:lnTo>
                    <a:pt x="750" y="822"/>
                  </a:lnTo>
                  <a:cubicBezTo>
                    <a:pt x="1124" y="822"/>
                    <a:pt x="1439" y="629"/>
                    <a:pt x="1439" y="411"/>
                  </a:cubicBezTo>
                  <a:cubicBezTo>
                    <a:pt x="1439" y="182"/>
                    <a:pt x="1112" y="0"/>
                    <a:pt x="71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" name="Google Shape;2108;p60">
              <a:extLst>
                <a:ext uri="{FF2B5EF4-FFF2-40B4-BE49-F238E27FC236}">
                  <a16:creationId xmlns:a16="http://schemas.microsoft.com/office/drawing/2014/main" id="{3D19284B-8E9E-9E28-E9B2-3D84CBC25CC9}"/>
                </a:ext>
              </a:extLst>
            </p:cNvPr>
            <p:cNvSpPr/>
            <p:nvPr/>
          </p:nvSpPr>
          <p:spPr>
            <a:xfrm>
              <a:off x="3678709" y="2690863"/>
              <a:ext cx="208219" cy="106223"/>
            </a:xfrm>
            <a:custGeom>
              <a:avLst/>
              <a:gdLst/>
              <a:ahLst/>
              <a:cxnLst/>
              <a:rect l="l" t="t" r="r" b="b"/>
              <a:pathLst>
                <a:path w="3301" h="1684" extrusionOk="0">
                  <a:moveTo>
                    <a:pt x="1710" y="1"/>
                  </a:moveTo>
                  <a:cubicBezTo>
                    <a:pt x="1358" y="1"/>
                    <a:pt x="1004" y="85"/>
                    <a:pt x="678" y="254"/>
                  </a:cubicBezTo>
                  <a:cubicBezTo>
                    <a:pt x="351" y="436"/>
                    <a:pt x="218" y="690"/>
                    <a:pt x="267" y="943"/>
                  </a:cubicBezTo>
                  <a:cubicBezTo>
                    <a:pt x="267" y="968"/>
                    <a:pt x="1" y="1040"/>
                    <a:pt x="13" y="1064"/>
                  </a:cubicBezTo>
                  <a:cubicBezTo>
                    <a:pt x="37" y="1100"/>
                    <a:pt x="315" y="1088"/>
                    <a:pt x="339" y="1113"/>
                  </a:cubicBezTo>
                  <a:cubicBezTo>
                    <a:pt x="424" y="1246"/>
                    <a:pt x="545" y="1354"/>
                    <a:pt x="678" y="1439"/>
                  </a:cubicBezTo>
                  <a:cubicBezTo>
                    <a:pt x="1004" y="1602"/>
                    <a:pt x="1358" y="1684"/>
                    <a:pt x="1710" y="1684"/>
                  </a:cubicBezTo>
                  <a:cubicBezTo>
                    <a:pt x="2062" y="1684"/>
                    <a:pt x="2412" y="1602"/>
                    <a:pt x="2732" y="1439"/>
                  </a:cubicBezTo>
                  <a:cubicBezTo>
                    <a:pt x="3300" y="1113"/>
                    <a:pt x="3300" y="581"/>
                    <a:pt x="2732" y="254"/>
                  </a:cubicBezTo>
                  <a:cubicBezTo>
                    <a:pt x="2412" y="85"/>
                    <a:pt x="2062" y="1"/>
                    <a:pt x="171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" name="Google Shape;2109;p60">
              <a:extLst>
                <a:ext uri="{FF2B5EF4-FFF2-40B4-BE49-F238E27FC236}">
                  <a16:creationId xmlns:a16="http://schemas.microsoft.com/office/drawing/2014/main" id="{ABBCDF2C-9F0D-86F3-BF6B-87965AE93334}"/>
                </a:ext>
              </a:extLst>
            </p:cNvPr>
            <p:cNvSpPr/>
            <p:nvPr/>
          </p:nvSpPr>
          <p:spPr>
            <a:xfrm>
              <a:off x="3717627" y="2730538"/>
              <a:ext cx="137257" cy="29773"/>
            </a:xfrm>
            <a:custGeom>
              <a:avLst/>
              <a:gdLst/>
              <a:ahLst/>
              <a:cxnLst/>
              <a:rect l="l" t="t" r="r" b="b"/>
              <a:pathLst>
                <a:path w="2176" h="472" extrusionOk="0">
                  <a:moveTo>
                    <a:pt x="1451" y="0"/>
                  </a:moveTo>
                  <a:lnTo>
                    <a:pt x="0" y="109"/>
                  </a:lnTo>
                  <a:lnTo>
                    <a:pt x="955" y="169"/>
                  </a:lnTo>
                  <a:lnTo>
                    <a:pt x="774" y="471"/>
                  </a:lnTo>
                  <a:lnTo>
                    <a:pt x="2176" y="387"/>
                  </a:lnTo>
                  <a:lnTo>
                    <a:pt x="1269" y="314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" name="Google Shape;2110;p60">
              <a:extLst>
                <a:ext uri="{FF2B5EF4-FFF2-40B4-BE49-F238E27FC236}">
                  <a16:creationId xmlns:a16="http://schemas.microsoft.com/office/drawing/2014/main" id="{B9F62990-A4DC-B37A-B6F7-EC20323F36C9}"/>
                </a:ext>
              </a:extLst>
            </p:cNvPr>
            <p:cNvSpPr/>
            <p:nvPr/>
          </p:nvSpPr>
          <p:spPr>
            <a:xfrm>
              <a:off x="3825867" y="2721771"/>
              <a:ext cx="103006" cy="54184"/>
            </a:xfrm>
            <a:custGeom>
              <a:avLst/>
              <a:gdLst/>
              <a:ahLst/>
              <a:cxnLst/>
              <a:rect l="l" t="t" r="r" b="b"/>
              <a:pathLst>
                <a:path w="1633" h="859" extrusionOk="0">
                  <a:moveTo>
                    <a:pt x="816" y="0"/>
                  </a:moveTo>
                  <a:cubicBezTo>
                    <a:pt x="635" y="0"/>
                    <a:pt x="454" y="42"/>
                    <a:pt x="291" y="127"/>
                  </a:cubicBezTo>
                  <a:cubicBezTo>
                    <a:pt x="1" y="284"/>
                    <a:pt x="1" y="562"/>
                    <a:pt x="291" y="731"/>
                  </a:cubicBezTo>
                  <a:cubicBezTo>
                    <a:pt x="454" y="816"/>
                    <a:pt x="635" y="858"/>
                    <a:pt x="816" y="858"/>
                  </a:cubicBezTo>
                  <a:cubicBezTo>
                    <a:pt x="998" y="858"/>
                    <a:pt x="1179" y="816"/>
                    <a:pt x="1342" y="731"/>
                  </a:cubicBezTo>
                  <a:cubicBezTo>
                    <a:pt x="1632" y="562"/>
                    <a:pt x="1632" y="284"/>
                    <a:pt x="1342" y="127"/>
                  </a:cubicBezTo>
                  <a:cubicBezTo>
                    <a:pt x="1179" y="42"/>
                    <a:pt x="998" y="0"/>
                    <a:pt x="816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" name="Google Shape;2111;p60">
              <a:extLst>
                <a:ext uri="{FF2B5EF4-FFF2-40B4-BE49-F238E27FC236}">
                  <a16:creationId xmlns:a16="http://schemas.microsoft.com/office/drawing/2014/main" id="{965824FE-D7C2-1F06-8CBA-F8ACBF220A59}"/>
                </a:ext>
              </a:extLst>
            </p:cNvPr>
            <p:cNvSpPr/>
            <p:nvPr/>
          </p:nvSpPr>
          <p:spPr>
            <a:xfrm>
              <a:off x="3857910" y="2732052"/>
              <a:ext cx="56454" cy="27502"/>
            </a:xfrm>
            <a:custGeom>
              <a:avLst/>
              <a:gdLst/>
              <a:ahLst/>
              <a:cxnLst/>
              <a:rect l="l" t="t" r="r" b="b"/>
              <a:pathLst>
                <a:path w="895" h="436" extrusionOk="0">
                  <a:moveTo>
                    <a:pt x="508" y="0"/>
                  </a:moveTo>
                  <a:lnTo>
                    <a:pt x="447" y="37"/>
                  </a:lnTo>
                  <a:lnTo>
                    <a:pt x="737" y="206"/>
                  </a:lnTo>
                  <a:lnTo>
                    <a:pt x="0" y="387"/>
                  </a:lnTo>
                  <a:lnTo>
                    <a:pt x="85" y="435"/>
                  </a:lnTo>
                  <a:lnTo>
                    <a:pt x="858" y="242"/>
                  </a:lnTo>
                  <a:lnTo>
                    <a:pt x="895" y="218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" name="Google Shape;2112;p60">
              <a:extLst>
                <a:ext uri="{FF2B5EF4-FFF2-40B4-BE49-F238E27FC236}">
                  <a16:creationId xmlns:a16="http://schemas.microsoft.com/office/drawing/2014/main" id="{C671FB66-BB78-DC9F-5275-5C287B26ABA9}"/>
                </a:ext>
              </a:extLst>
            </p:cNvPr>
            <p:cNvSpPr/>
            <p:nvPr/>
          </p:nvSpPr>
          <p:spPr>
            <a:xfrm>
              <a:off x="2647216" y="2317510"/>
              <a:ext cx="219636" cy="123380"/>
            </a:xfrm>
            <a:custGeom>
              <a:avLst/>
              <a:gdLst/>
              <a:ahLst/>
              <a:cxnLst/>
              <a:rect l="l" t="t" r="r" b="b"/>
              <a:pathLst>
                <a:path w="3482" h="1956" extrusionOk="0">
                  <a:moveTo>
                    <a:pt x="1705" y="0"/>
                  </a:moveTo>
                  <a:cubicBezTo>
                    <a:pt x="1593" y="0"/>
                    <a:pt x="1481" y="27"/>
                    <a:pt x="1378" y="82"/>
                  </a:cubicBezTo>
                  <a:lnTo>
                    <a:pt x="182" y="771"/>
                  </a:lnTo>
                  <a:cubicBezTo>
                    <a:pt x="0" y="831"/>
                    <a:pt x="0" y="1085"/>
                    <a:pt x="182" y="1145"/>
                  </a:cubicBezTo>
                  <a:lnTo>
                    <a:pt x="1451" y="1883"/>
                  </a:lnTo>
                  <a:cubicBezTo>
                    <a:pt x="1553" y="1931"/>
                    <a:pt x="1665" y="1955"/>
                    <a:pt x="1777" y="1955"/>
                  </a:cubicBezTo>
                  <a:cubicBezTo>
                    <a:pt x="1889" y="1955"/>
                    <a:pt x="2001" y="1931"/>
                    <a:pt x="2103" y="1883"/>
                  </a:cubicBezTo>
                  <a:lnTo>
                    <a:pt x="3300" y="1194"/>
                  </a:lnTo>
                  <a:cubicBezTo>
                    <a:pt x="3481" y="1133"/>
                    <a:pt x="3481" y="867"/>
                    <a:pt x="3300" y="807"/>
                  </a:cubicBezTo>
                  <a:lnTo>
                    <a:pt x="2031" y="82"/>
                  </a:lnTo>
                  <a:cubicBezTo>
                    <a:pt x="1928" y="27"/>
                    <a:pt x="1816" y="0"/>
                    <a:pt x="1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" name="Google Shape;2113;p60">
              <a:extLst>
                <a:ext uri="{FF2B5EF4-FFF2-40B4-BE49-F238E27FC236}">
                  <a16:creationId xmlns:a16="http://schemas.microsoft.com/office/drawing/2014/main" id="{CC791443-B160-9D71-2D71-9112A01AC7BB}"/>
                </a:ext>
              </a:extLst>
            </p:cNvPr>
            <p:cNvSpPr/>
            <p:nvPr/>
          </p:nvSpPr>
          <p:spPr>
            <a:xfrm>
              <a:off x="2642611" y="2313852"/>
              <a:ext cx="228782" cy="130444"/>
            </a:xfrm>
            <a:custGeom>
              <a:avLst/>
              <a:gdLst/>
              <a:ahLst/>
              <a:cxnLst/>
              <a:rect l="l" t="t" r="r" b="b"/>
              <a:pathLst>
                <a:path w="3627" h="2068" extrusionOk="0">
                  <a:moveTo>
                    <a:pt x="1711" y="297"/>
                  </a:moveTo>
                  <a:cubicBezTo>
                    <a:pt x="1771" y="297"/>
                    <a:pt x="1832" y="309"/>
                    <a:pt x="1886" y="333"/>
                  </a:cubicBezTo>
                  <a:cubicBezTo>
                    <a:pt x="1983" y="369"/>
                    <a:pt x="1983" y="502"/>
                    <a:pt x="1886" y="538"/>
                  </a:cubicBezTo>
                  <a:cubicBezTo>
                    <a:pt x="1826" y="569"/>
                    <a:pt x="1765" y="584"/>
                    <a:pt x="1707" y="584"/>
                  </a:cubicBezTo>
                  <a:cubicBezTo>
                    <a:pt x="1648" y="584"/>
                    <a:pt x="1590" y="569"/>
                    <a:pt x="1536" y="538"/>
                  </a:cubicBezTo>
                  <a:cubicBezTo>
                    <a:pt x="1439" y="502"/>
                    <a:pt x="1439" y="369"/>
                    <a:pt x="1536" y="333"/>
                  </a:cubicBezTo>
                  <a:cubicBezTo>
                    <a:pt x="1590" y="309"/>
                    <a:pt x="1651" y="297"/>
                    <a:pt x="1711" y="297"/>
                  </a:cubicBezTo>
                  <a:close/>
                  <a:moveTo>
                    <a:pt x="2176" y="526"/>
                  </a:moveTo>
                  <a:lnTo>
                    <a:pt x="3180" y="1107"/>
                  </a:lnTo>
                  <a:lnTo>
                    <a:pt x="3095" y="1155"/>
                  </a:lnTo>
                  <a:lnTo>
                    <a:pt x="2092" y="575"/>
                  </a:lnTo>
                  <a:lnTo>
                    <a:pt x="2176" y="526"/>
                  </a:lnTo>
                  <a:close/>
                  <a:moveTo>
                    <a:pt x="1947" y="659"/>
                  </a:moveTo>
                  <a:lnTo>
                    <a:pt x="2950" y="1240"/>
                  </a:lnTo>
                  <a:lnTo>
                    <a:pt x="2853" y="1288"/>
                  </a:lnTo>
                  <a:lnTo>
                    <a:pt x="1850" y="708"/>
                  </a:lnTo>
                  <a:lnTo>
                    <a:pt x="1947" y="659"/>
                  </a:lnTo>
                  <a:close/>
                  <a:moveTo>
                    <a:pt x="871" y="490"/>
                  </a:moveTo>
                  <a:lnTo>
                    <a:pt x="2769" y="1578"/>
                  </a:lnTo>
                  <a:lnTo>
                    <a:pt x="2031" y="2001"/>
                  </a:lnTo>
                  <a:cubicBezTo>
                    <a:pt x="1971" y="2031"/>
                    <a:pt x="1904" y="2046"/>
                    <a:pt x="1839" y="2046"/>
                  </a:cubicBezTo>
                  <a:cubicBezTo>
                    <a:pt x="1775" y="2046"/>
                    <a:pt x="1711" y="2031"/>
                    <a:pt x="1657" y="2001"/>
                  </a:cubicBezTo>
                  <a:lnTo>
                    <a:pt x="146" y="1131"/>
                  </a:lnTo>
                  <a:cubicBezTo>
                    <a:pt x="37" y="1094"/>
                    <a:pt x="37" y="949"/>
                    <a:pt x="146" y="913"/>
                  </a:cubicBezTo>
                  <a:lnTo>
                    <a:pt x="871" y="490"/>
                  </a:lnTo>
                  <a:close/>
                  <a:moveTo>
                    <a:pt x="1776" y="1"/>
                  </a:moveTo>
                  <a:cubicBezTo>
                    <a:pt x="1699" y="1"/>
                    <a:pt x="1620" y="19"/>
                    <a:pt x="1548" y="55"/>
                  </a:cubicBezTo>
                  <a:lnTo>
                    <a:pt x="122" y="889"/>
                  </a:lnTo>
                  <a:cubicBezTo>
                    <a:pt x="1" y="925"/>
                    <a:pt x="1" y="1107"/>
                    <a:pt x="122" y="1143"/>
                  </a:cubicBezTo>
                  <a:lnTo>
                    <a:pt x="1632" y="2013"/>
                  </a:lnTo>
                  <a:cubicBezTo>
                    <a:pt x="1699" y="2049"/>
                    <a:pt x="1775" y="2067"/>
                    <a:pt x="1850" y="2067"/>
                  </a:cubicBezTo>
                  <a:cubicBezTo>
                    <a:pt x="1926" y="2067"/>
                    <a:pt x="2001" y="2049"/>
                    <a:pt x="2068" y="2013"/>
                  </a:cubicBezTo>
                  <a:lnTo>
                    <a:pt x="3506" y="1191"/>
                  </a:lnTo>
                  <a:cubicBezTo>
                    <a:pt x="3627" y="1143"/>
                    <a:pt x="3627" y="974"/>
                    <a:pt x="3506" y="925"/>
                  </a:cubicBezTo>
                  <a:lnTo>
                    <a:pt x="1995" y="55"/>
                  </a:lnTo>
                  <a:cubicBezTo>
                    <a:pt x="1929" y="19"/>
                    <a:pt x="1853" y="1"/>
                    <a:pt x="1776" y="1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" name="Google Shape;2114;p60">
              <a:extLst>
                <a:ext uri="{FF2B5EF4-FFF2-40B4-BE49-F238E27FC236}">
                  <a16:creationId xmlns:a16="http://schemas.microsoft.com/office/drawing/2014/main" id="{E0F55357-CD40-06C2-85F1-3801E3A4FDAA}"/>
                </a:ext>
              </a:extLst>
            </p:cNvPr>
            <p:cNvSpPr/>
            <p:nvPr/>
          </p:nvSpPr>
          <p:spPr>
            <a:xfrm>
              <a:off x="2930809" y="2450539"/>
              <a:ext cx="83956" cy="42262"/>
            </a:xfrm>
            <a:custGeom>
              <a:avLst/>
              <a:gdLst/>
              <a:ahLst/>
              <a:cxnLst/>
              <a:rect l="l" t="t" r="r" b="b"/>
              <a:pathLst>
                <a:path w="1331" h="670" extrusionOk="0">
                  <a:moveTo>
                    <a:pt x="688" y="21"/>
                  </a:moveTo>
                  <a:cubicBezTo>
                    <a:pt x="807" y="21"/>
                    <a:pt x="925" y="52"/>
                    <a:pt x="1028" y="112"/>
                  </a:cubicBezTo>
                  <a:cubicBezTo>
                    <a:pt x="1161" y="197"/>
                    <a:pt x="1330" y="342"/>
                    <a:pt x="1028" y="523"/>
                  </a:cubicBezTo>
                  <a:cubicBezTo>
                    <a:pt x="899" y="604"/>
                    <a:pt x="752" y="644"/>
                    <a:pt x="603" y="644"/>
                  </a:cubicBezTo>
                  <a:cubicBezTo>
                    <a:pt x="485" y="644"/>
                    <a:pt x="366" y="619"/>
                    <a:pt x="254" y="571"/>
                  </a:cubicBezTo>
                  <a:cubicBezTo>
                    <a:pt x="49" y="450"/>
                    <a:pt x="85" y="269"/>
                    <a:pt x="339" y="112"/>
                  </a:cubicBezTo>
                  <a:cubicBezTo>
                    <a:pt x="448" y="52"/>
                    <a:pt x="569" y="21"/>
                    <a:pt x="688" y="21"/>
                  </a:cubicBezTo>
                  <a:close/>
                  <a:moveTo>
                    <a:pt x="677" y="0"/>
                  </a:moveTo>
                  <a:cubicBezTo>
                    <a:pt x="548" y="0"/>
                    <a:pt x="418" y="33"/>
                    <a:pt x="303" y="100"/>
                  </a:cubicBezTo>
                  <a:cubicBezTo>
                    <a:pt x="25" y="257"/>
                    <a:pt x="1" y="450"/>
                    <a:pt x="230" y="583"/>
                  </a:cubicBezTo>
                  <a:cubicBezTo>
                    <a:pt x="347" y="642"/>
                    <a:pt x="470" y="670"/>
                    <a:pt x="593" y="670"/>
                  </a:cubicBezTo>
                  <a:cubicBezTo>
                    <a:pt x="751" y="670"/>
                    <a:pt x="909" y="623"/>
                    <a:pt x="1052" y="535"/>
                  </a:cubicBezTo>
                  <a:cubicBezTo>
                    <a:pt x="1294" y="402"/>
                    <a:pt x="1294" y="233"/>
                    <a:pt x="1052" y="100"/>
                  </a:cubicBezTo>
                  <a:cubicBezTo>
                    <a:pt x="937" y="33"/>
                    <a:pt x="807" y="0"/>
                    <a:pt x="6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" name="Google Shape;2115;p60">
              <a:extLst>
                <a:ext uri="{FF2B5EF4-FFF2-40B4-BE49-F238E27FC236}">
                  <a16:creationId xmlns:a16="http://schemas.microsoft.com/office/drawing/2014/main" id="{B87FCC1B-0214-6B7E-6F7E-C33D256C3D0B}"/>
                </a:ext>
              </a:extLst>
            </p:cNvPr>
            <p:cNvSpPr/>
            <p:nvPr/>
          </p:nvSpPr>
          <p:spPr>
            <a:xfrm>
              <a:off x="2981901" y="2485043"/>
              <a:ext cx="56454" cy="29331"/>
            </a:xfrm>
            <a:custGeom>
              <a:avLst/>
              <a:gdLst/>
              <a:ahLst/>
              <a:cxnLst/>
              <a:rect l="l" t="t" r="r" b="b"/>
              <a:pathLst>
                <a:path w="895" h="465" extrusionOk="0">
                  <a:moveTo>
                    <a:pt x="475" y="23"/>
                  </a:moveTo>
                  <a:cubicBezTo>
                    <a:pt x="553" y="23"/>
                    <a:pt x="631" y="44"/>
                    <a:pt x="701" y="85"/>
                  </a:cubicBezTo>
                  <a:cubicBezTo>
                    <a:pt x="786" y="133"/>
                    <a:pt x="895" y="242"/>
                    <a:pt x="689" y="351"/>
                  </a:cubicBezTo>
                  <a:cubicBezTo>
                    <a:pt x="606" y="406"/>
                    <a:pt x="508" y="434"/>
                    <a:pt x="407" y="434"/>
                  </a:cubicBezTo>
                  <a:cubicBezTo>
                    <a:pt x="331" y="434"/>
                    <a:pt x="254" y="418"/>
                    <a:pt x="182" y="387"/>
                  </a:cubicBezTo>
                  <a:cubicBezTo>
                    <a:pt x="49" y="302"/>
                    <a:pt x="73" y="193"/>
                    <a:pt x="242" y="97"/>
                  </a:cubicBezTo>
                  <a:cubicBezTo>
                    <a:pt x="311" y="47"/>
                    <a:pt x="392" y="23"/>
                    <a:pt x="475" y="23"/>
                  </a:cubicBezTo>
                  <a:close/>
                  <a:moveTo>
                    <a:pt x="478" y="0"/>
                  </a:moveTo>
                  <a:cubicBezTo>
                    <a:pt x="387" y="0"/>
                    <a:pt x="297" y="24"/>
                    <a:pt x="218" y="73"/>
                  </a:cubicBezTo>
                  <a:cubicBezTo>
                    <a:pt x="25" y="181"/>
                    <a:pt x="0" y="314"/>
                    <a:pt x="158" y="399"/>
                  </a:cubicBezTo>
                  <a:cubicBezTo>
                    <a:pt x="240" y="443"/>
                    <a:pt x="330" y="465"/>
                    <a:pt x="420" y="465"/>
                  </a:cubicBezTo>
                  <a:cubicBezTo>
                    <a:pt x="527" y="465"/>
                    <a:pt x="634" y="434"/>
                    <a:pt x="726" y="375"/>
                  </a:cubicBezTo>
                  <a:cubicBezTo>
                    <a:pt x="895" y="278"/>
                    <a:pt x="895" y="169"/>
                    <a:pt x="738" y="73"/>
                  </a:cubicBezTo>
                  <a:cubicBezTo>
                    <a:pt x="659" y="24"/>
                    <a:pt x="568" y="0"/>
                    <a:pt x="47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" name="Google Shape;2116;p60">
              <a:extLst>
                <a:ext uri="{FF2B5EF4-FFF2-40B4-BE49-F238E27FC236}">
                  <a16:creationId xmlns:a16="http://schemas.microsoft.com/office/drawing/2014/main" id="{0AD6C11E-797A-1466-AB96-60368C1136CA}"/>
                </a:ext>
              </a:extLst>
            </p:cNvPr>
            <p:cNvSpPr/>
            <p:nvPr/>
          </p:nvSpPr>
          <p:spPr>
            <a:xfrm>
              <a:off x="2853035" y="2477726"/>
              <a:ext cx="151828" cy="63708"/>
            </a:xfrm>
            <a:custGeom>
              <a:avLst/>
              <a:gdLst/>
              <a:ahLst/>
              <a:cxnLst/>
              <a:rect l="l" t="t" r="r" b="b"/>
              <a:pathLst>
                <a:path w="2407" h="1010" extrusionOk="0">
                  <a:moveTo>
                    <a:pt x="656" y="21"/>
                  </a:moveTo>
                  <a:cubicBezTo>
                    <a:pt x="887" y="21"/>
                    <a:pt x="1140" y="94"/>
                    <a:pt x="1330" y="201"/>
                  </a:cubicBezTo>
                  <a:cubicBezTo>
                    <a:pt x="1632" y="382"/>
                    <a:pt x="1778" y="624"/>
                    <a:pt x="1475" y="805"/>
                  </a:cubicBezTo>
                  <a:lnTo>
                    <a:pt x="1451" y="817"/>
                  </a:lnTo>
                  <a:cubicBezTo>
                    <a:pt x="1402" y="840"/>
                    <a:pt x="1346" y="852"/>
                    <a:pt x="1284" y="852"/>
                  </a:cubicBezTo>
                  <a:cubicBezTo>
                    <a:pt x="1116" y="852"/>
                    <a:pt x="899" y="770"/>
                    <a:pt x="617" y="612"/>
                  </a:cubicBezTo>
                  <a:cubicBezTo>
                    <a:pt x="303" y="430"/>
                    <a:pt x="49" y="249"/>
                    <a:pt x="291" y="104"/>
                  </a:cubicBezTo>
                  <a:cubicBezTo>
                    <a:pt x="393" y="46"/>
                    <a:pt x="521" y="21"/>
                    <a:pt x="656" y="21"/>
                  </a:cubicBezTo>
                  <a:close/>
                  <a:moveTo>
                    <a:pt x="1632" y="430"/>
                  </a:moveTo>
                  <a:cubicBezTo>
                    <a:pt x="1862" y="430"/>
                    <a:pt x="2092" y="515"/>
                    <a:pt x="2261" y="672"/>
                  </a:cubicBezTo>
                  <a:cubicBezTo>
                    <a:pt x="2358" y="757"/>
                    <a:pt x="2333" y="902"/>
                    <a:pt x="2213" y="950"/>
                  </a:cubicBezTo>
                  <a:lnTo>
                    <a:pt x="2201" y="962"/>
                  </a:lnTo>
                  <a:cubicBezTo>
                    <a:pt x="2165" y="975"/>
                    <a:pt x="2126" y="982"/>
                    <a:pt x="2084" y="982"/>
                  </a:cubicBezTo>
                  <a:cubicBezTo>
                    <a:pt x="1970" y="982"/>
                    <a:pt x="1830" y="932"/>
                    <a:pt x="1645" y="817"/>
                  </a:cubicBezTo>
                  <a:lnTo>
                    <a:pt x="1572" y="781"/>
                  </a:lnTo>
                  <a:cubicBezTo>
                    <a:pt x="1693" y="708"/>
                    <a:pt x="1717" y="539"/>
                    <a:pt x="1632" y="430"/>
                  </a:cubicBezTo>
                  <a:close/>
                  <a:moveTo>
                    <a:pt x="655" y="0"/>
                  </a:moveTo>
                  <a:cubicBezTo>
                    <a:pt x="508" y="0"/>
                    <a:pt x="369" y="28"/>
                    <a:pt x="255" y="92"/>
                  </a:cubicBezTo>
                  <a:cubicBezTo>
                    <a:pt x="1" y="249"/>
                    <a:pt x="267" y="442"/>
                    <a:pt x="593" y="624"/>
                  </a:cubicBezTo>
                  <a:cubicBezTo>
                    <a:pt x="800" y="746"/>
                    <a:pt x="1059" y="876"/>
                    <a:pt x="1288" y="876"/>
                  </a:cubicBezTo>
                  <a:cubicBezTo>
                    <a:pt x="1354" y="876"/>
                    <a:pt x="1417" y="865"/>
                    <a:pt x="1475" y="841"/>
                  </a:cubicBezTo>
                  <a:lnTo>
                    <a:pt x="1512" y="817"/>
                  </a:lnTo>
                  <a:lnTo>
                    <a:pt x="1548" y="805"/>
                  </a:lnTo>
                  <a:lnTo>
                    <a:pt x="1608" y="841"/>
                  </a:lnTo>
                  <a:cubicBezTo>
                    <a:pt x="1758" y="926"/>
                    <a:pt x="1930" y="1010"/>
                    <a:pt x="2084" y="1010"/>
                  </a:cubicBezTo>
                  <a:cubicBezTo>
                    <a:pt x="2128" y="1010"/>
                    <a:pt x="2172" y="1003"/>
                    <a:pt x="2213" y="986"/>
                  </a:cubicBezTo>
                  <a:lnTo>
                    <a:pt x="2237" y="974"/>
                  </a:lnTo>
                  <a:cubicBezTo>
                    <a:pt x="2370" y="926"/>
                    <a:pt x="2406" y="757"/>
                    <a:pt x="2297" y="672"/>
                  </a:cubicBezTo>
                  <a:cubicBezTo>
                    <a:pt x="2126" y="501"/>
                    <a:pt x="1901" y="405"/>
                    <a:pt x="1663" y="405"/>
                  </a:cubicBezTo>
                  <a:cubicBezTo>
                    <a:pt x="1649" y="405"/>
                    <a:pt x="1635" y="406"/>
                    <a:pt x="1620" y="406"/>
                  </a:cubicBezTo>
                  <a:cubicBezTo>
                    <a:pt x="1548" y="322"/>
                    <a:pt x="1463" y="249"/>
                    <a:pt x="1354" y="189"/>
                  </a:cubicBezTo>
                  <a:cubicBezTo>
                    <a:pt x="1159" y="76"/>
                    <a:pt x="898" y="0"/>
                    <a:pt x="65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" name="Google Shape;2117;p60">
              <a:extLst>
                <a:ext uri="{FF2B5EF4-FFF2-40B4-BE49-F238E27FC236}">
                  <a16:creationId xmlns:a16="http://schemas.microsoft.com/office/drawing/2014/main" id="{74E35880-8A64-39E4-FE80-3C0A36331998}"/>
                </a:ext>
              </a:extLst>
            </p:cNvPr>
            <p:cNvSpPr/>
            <p:nvPr/>
          </p:nvSpPr>
          <p:spPr>
            <a:xfrm>
              <a:off x="3055070" y="2547552"/>
              <a:ext cx="216608" cy="124515"/>
            </a:xfrm>
            <a:custGeom>
              <a:avLst/>
              <a:gdLst/>
              <a:ahLst/>
              <a:cxnLst/>
              <a:rect l="l" t="t" r="r" b="b"/>
              <a:pathLst>
                <a:path w="3434" h="1974" extrusionOk="0">
                  <a:moveTo>
                    <a:pt x="1838" y="49"/>
                  </a:moveTo>
                  <a:lnTo>
                    <a:pt x="3373" y="931"/>
                  </a:lnTo>
                  <a:lnTo>
                    <a:pt x="3119" y="1245"/>
                  </a:lnTo>
                  <a:lnTo>
                    <a:pt x="1294" y="182"/>
                  </a:lnTo>
                  <a:lnTo>
                    <a:pt x="1838" y="49"/>
                  </a:lnTo>
                  <a:close/>
                  <a:moveTo>
                    <a:pt x="1258" y="230"/>
                  </a:moveTo>
                  <a:lnTo>
                    <a:pt x="3083" y="1294"/>
                  </a:lnTo>
                  <a:lnTo>
                    <a:pt x="3035" y="1318"/>
                  </a:lnTo>
                  <a:lnTo>
                    <a:pt x="2998" y="1342"/>
                  </a:lnTo>
                  <a:lnTo>
                    <a:pt x="2974" y="1354"/>
                  </a:lnTo>
                  <a:cubicBezTo>
                    <a:pt x="2938" y="1378"/>
                    <a:pt x="2890" y="1390"/>
                    <a:pt x="2841" y="1390"/>
                  </a:cubicBezTo>
                  <a:cubicBezTo>
                    <a:pt x="2757" y="1414"/>
                    <a:pt x="2684" y="1426"/>
                    <a:pt x="2612" y="1426"/>
                  </a:cubicBezTo>
                  <a:cubicBezTo>
                    <a:pt x="2563" y="1426"/>
                    <a:pt x="2515" y="1426"/>
                    <a:pt x="2466" y="1414"/>
                  </a:cubicBezTo>
                  <a:lnTo>
                    <a:pt x="2442" y="1414"/>
                  </a:lnTo>
                  <a:cubicBezTo>
                    <a:pt x="2346" y="1402"/>
                    <a:pt x="2273" y="1366"/>
                    <a:pt x="2201" y="1318"/>
                  </a:cubicBezTo>
                  <a:lnTo>
                    <a:pt x="2188" y="1306"/>
                  </a:lnTo>
                  <a:lnTo>
                    <a:pt x="2164" y="1294"/>
                  </a:lnTo>
                  <a:cubicBezTo>
                    <a:pt x="2152" y="1281"/>
                    <a:pt x="2140" y="1269"/>
                    <a:pt x="2140" y="1257"/>
                  </a:cubicBezTo>
                  <a:cubicBezTo>
                    <a:pt x="2128" y="1245"/>
                    <a:pt x="2116" y="1233"/>
                    <a:pt x="2116" y="1221"/>
                  </a:cubicBezTo>
                  <a:lnTo>
                    <a:pt x="2116" y="1209"/>
                  </a:lnTo>
                  <a:lnTo>
                    <a:pt x="2104" y="1209"/>
                  </a:lnTo>
                  <a:cubicBezTo>
                    <a:pt x="2019" y="1197"/>
                    <a:pt x="1947" y="1173"/>
                    <a:pt x="1874" y="1136"/>
                  </a:cubicBezTo>
                  <a:cubicBezTo>
                    <a:pt x="1826" y="1112"/>
                    <a:pt x="1778" y="1064"/>
                    <a:pt x="1753" y="1016"/>
                  </a:cubicBezTo>
                  <a:lnTo>
                    <a:pt x="1753" y="1003"/>
                  </a:lnTo>
                  <a:lnTo>
                    <a:pt x="1729" y="1003"/>
                  </a:lnTo>
                  <a:cubicBezTo>
                    <a:pt x="1657" y="991"/>
                    <a:pt x="1584" y="967"/>
                    <a:pt x="1512" y="931"/>
                  </a:cubicBezTo>
                  <a:cubicBezTo>
                    <a:pt x="1451" y="895"/>
                    <a:pt x="1415" y="858"/>
                    <a:pt x="1379" y="798"/>
                  </a:cubicBezTo>
                  <a:lnTo>
                    <a:pt x="1379" y="786"/>
                  </a:lnTo>
                  <a:lnTo>
                    <a:pt x="1367" y="786"/>
                  </a:lnTo>
                  <a:cubicBezTo>
                    <a:pt x="1282" y="774"/>
                    <a:pt x="1197" y="750"/>
                    <a:pt x="1125" y="701"/>
                  </a:cubicBezTo>
                  <a:lnTo>
                    <a:pt x="1101" y="689"/>
                  </a:lnTo>
                  <a:lnTo>
                    <a:pt x="1076" y="665"/>
                  </a:lnTo>
                  <a:cubicBezTo>
                    <a:pt x="1064" y="653"/>
                    <a:pt x="1052" y="641"/>
                    <a:pt x="1052" y="641"/>
                  </a:cubicBezTo>
                  <a:lnTo>
                    <a:pt x="1040" y="629"/>
                  </a:lnTo>
                  <a:cubicBezTo>
                    <a:pt x="1016" y="592"/>
                    <a:pt x="1004" y="556"/>
                    <a:pt x="1004" y="520"/>
                  </a:cubicBezTo>
                  <a:cubicBezTo>
                    <a:pt x="992" y="460"/>
                    <a:pt x="1016" y="399"/>
                    <a:pt x="1064" y="351"/>
                  </a:cubicBezTo>
                  <a:cubicBezTo>
                    <a:pt x="1064" y="339"/>
                    <a:pt x="1161" y="290"/>
                    <a:pt x="1258" y="230"/>
                  </a:cubicBezTo>
                  <a:close/>
                  <a:moveTo>
                    <a:pt x="1246" y="1028"/>
                  </a:moveTo>
                  <a:lnTo>
                    <a:pt x="1669" y="1269"/>
                  </a:lnTo>
                  <a:lnTo>
                    <a:pt x="968" y="1680"/>
                  </a:lnTo>
                  <a:lnTo>
                    <a:pt x="545" y="1426"/>
                  </a:lnTo>
                  <a:lnTo>
                    <a:pt x="1246" y="1028"/>
                  </a:lnTo>
                  <a:close/>
                  <a:moveTo>
                    <a:pt x="956" y="605"/>
                  </a:moveTo>
                  <a:lnTo>
                    <a:pt x="980" y="629"/>
                  </a:lnTo>
                  <a:lnTo>
                    <a:pt x="980" y="641"/>
                  </a:lnTo>
                  <a:cubicBezTo>
                    <a:pt x="1004" y="665"/>
                    <a:pt x="1040" y="689"/>
                    <a:pt x="1076" y="713"/>
                  </a:cubicBezTo>
                  <a:lnTo>
                    <a:pt x="1089" y="725"/>
                  </a:lnTo>
                  <a:lnTo>
                    <a:pt x="1137" y="738"/>
                  </a:lnTo>
                  <a:lnTo>
                    <a:pt x="1185" y="762"/>
                  </a:lnTo>
                  <a:lnTo>
                    <a:pt x="1197" y="762"/>
                  </a:lnTo>
                  <a:cubicBezTo>
                    <a:pt x="1222" y="774"/>
                    <a:pt x="1258" y="774"/>
                    <a:pt x="1294" y="786"/>
                  </a:cubicBezTo>
                  <a:cubicBezTo>
                    <a:pt x="1330" y="846"/>
                    <a:pt x="1379" y="883"/>
                    <a:pt x="1439" y="919"/>
                  </a:cubicBezTo>
                  <a:cubicBezTo>
                    <a:pt x="1512" y="955"/>
                    <a:pt x="1596" y="991"/>
                    <a:pt x="1669" y="1003"/>
                  </a:cubicBezTo>
                  <a:cubicBezTo>
                    <a:pt x="1705" y="1052"/>
                    <a:pt x="1753" y="1100"/>
                    <a:pt x="1814" y="1136"/>
                  </a:cubicBezTo>
                  <a:cubicBezTo>
                    <a:pt x="1886" y="1173"/>
                    <a:pt x="1959" y="1197"/>
                    <a:pt x="2043" y="1221"/>
                  </a:cubicBezTo>
                  <a:lnTo>
                    <a:pt x="2068" y="1257"/>
                  </a:lnTo>
                  <a:cubicBezTo>
                    <a:pt x="2080" y="1257"/>
                    <a:pt x="2080" y="1269"/>
                    <a:pt x="2092" y="1281"/>
                  </a:cubicBezTo>
                  <a:cubicBezTo>
                    <a:pt x="2104" y="1281"/>
                    <a:pt x="2104" y="1294"/>
                    <a:pt x="2104" y="1294"/>
                  </a:cubicBezTo>
                  <a:lnTo>
                    <a:pt x="2128" y="1306"/>
                  </a:lnTo>
                  <a:lnTo>
                    <a:pt x="2152" y="1330"/>
                  </a:lnTo>
                  <a:cubicBezTo>
                    <a:pt x="2152" y="1330"/>
                    <a:pt x="2164" y="1330"/>
                    <a:pt x="2164" y="1342"/>
                  </a:cubicBezTo>
                  <a:lnTo>
                    <a:pt x="2176" y="1342"/>
                  </a:lnTo>
                  <a:cubicBezTo>
                    <a:pt x="2188" y="1354"/>
                    <a:pt x="2188" y="1354"/>
                    <a:pt x="2201" y="1354"/>
                  </a:cubicBezTo>
                  <a:cubicBezTo>
                    <a:pt x="2249" y="1378"/>
                    <a:pt x="2297" y="1402"/>
                    <a:pt x="2346" y="1414"/>
                  </a:cubicBezTo>
                  <a:lnTo>
                    <a:pt x="1536" y="1922"/>
                  </a:lnTo>
                  <a:cubicBezTo>
                    <a:pt x="1506" y="1934"/>
                    <a:pt x="1475" y="1940"/>
                    <a:pt x="1445" y="1940"/>
                  </a:cubicBezTo>
                  <a:cubicBezTo>
                    <a:pt x="1415" y="1940"/>
                    <a:pt x="1385" y="1934"/>
                    <a:pt x="1354" y="1922"/>
                  </a:cubicBezTo>
                  <a:lnTo>
                    <a:pt x="992" y="1717"/>
                  </a:lnTo>
                  <a:lnTo>
                    <a:pt x="1741" y="1269"/>
                  </a:lnTo>
                  <a:lnTo>
                    <a:pt x="1234" y="967"/>
                  </a:lnTo>
                  <a:lnTo>
                    <a:pt x="484" y="1414"/>
                  </a:lnTo>
                  <a:lnTo>
                    <a:pt x="110" y="1197"/>
                  </a:lnTo>
                  <a:cubicBezTo>
                    <a:pt x="61" y="1173"/>
                    <a:pt x="61" y="1124"/>
                    <a:pt x="110" y="1100"/>
                  </a:cubicBezTo>
                  <a:lnTo>
                    <a:pt x="956" y="605"/>
                  </a:lnTo>
                  <a:close/>
                  <a:moveTo>
                    <a:pt x="1850" y="0"/>
                  </a:moveTo>
                  <a:lnTo>
                    <a:pt x="1246" y="157"/>
                  </a:lnTo>
                  <a:lnTo>
                    <a:pt x="1222" y="169"/>
                  </a:lnTo>
                  <a:cubicBezTo>
                    <a:pt x="1161" y="218"/>
                    <a:pt x="1004" y="302"/>
                    <a:pt x="992" y="314"/>
                  </a:cubicBezTo>
                  <a:cubicBezTo>
                    <a:pt x="944" y="363"/>
                    <a:pt x="919" y="435"/>
                    <a:pt x="919" y="508"/>
                  </a:cubicBezTo>
                  <a:cubicBezTo>
                    <a:pt x="931" y="532"/>
                    <a:pt x="931" y="556"/>
                    <a:pt x="944" y="580"/>
                  </a:cubicBezTo>
                  <a:lnTo>
                    <a:pt x="73" y="1076"/>
                  </a:lnTo>
                  <a:cubicBezTo>
                    <a:pt x="1" y="1112"/>
                    <a:pt x="1" y="1185"/>
                    <a:pt x="73" y="1233"/>
                  </a:cubicBezTo>
                  <a:lnTo>
                    <a:pt x="1318" y="1946"/>
                  </a:lnTo>
                  <a:cubicBezTo>
                    <a:pt x="1361" y="1964"/>
                    <a:pt x="1406" y="1973"/>
                    <a:pt x="1451" y="1973"/>
                  </a:cubicBezTo>
                  <a:cubicBezTo>
                    <a:pt x="1496" y="1973"/>
                    <a:pt x="1542" y="1964"/>
                    <a:pt x="1584" y="1946"/>
                  </a:cubicBezTo>
                  <a:lnTo>
                    <a:pt x="2442" y="1451"/>
                  </a:lnTo>
                  <a:cubicBezTo>
                    <a:pt x="2503" y="1463"/>
                    <a:pt x="2551" y="1463"/>
                    <a:pt x="2612" y="1463"/>
                  </a:cubicBezTo>
                  <a:cubicBezTo>
                    <a:pt x="2696" y="1463"/>
                    <a:pt x="2793" y="1451"/>
                    <a:pt x="2865" y="1426"/>
                  </a:cubicBezTo>
                  <a:cubicBezTo>
                    <a:pt x="2914" y="1402"/>
                    <a:pt x="2962" y="1390"/>
                    <a:pt x="3010" y="1366"/>
                  </a:cubicBezTo>
                  <a:lnTo>
                    <a:pt x="3035" y="1354"/>
                  </a:lnTo>
                  <a:lnTo>
                    <a:pt x="3071" y="1330"/>
                  </a:lnTo>
                  <a:lnTo>
                    <a:pt x="3167" y="1269"/>
                  </a:lnTo>
                  <a:lnTo>
                    <a:pt x="3433" y="919"/>
                  </a:lnTo>
                  <a:lnTo>
                    <a:pt x="185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" name="Google Shape;2118;p60">
              <a:extLst>
                <a:ext uri="{FF2B5EF4-FFF2-40B4-BE49-F238E27FC236}">
                  <a16:creationId xmlns:a16="http://schemas.microsoft.com/office/drawing/2014/main" id="{1A317E91-47A7-8B70-F08F-89EA657F46E0}"/>
                </a:ext>
              </a:extLst>
            </p:cNvPr>
            <p:cNvSpPr/>
            <p:nvPr/>
          </p:nvSpPr>
          <p:spPr>
            <a:xfrm>
              <a:off x="3254077" y="2677995"/>
              <a:ext cx="179960" cy="100987"/>
            </a:xfrm>
            <a:custGeom>
              <a:avLst/>
              <a:gdLst/>
              <a:ahLst/>
              <a:cxnLst/>
              <a:rect l="l" t="t" r="r" b="b"/>
              <a:pathLst>
                <a:path w="2853" h="1601" extrusionOk="0">
                  <a:moveTo>
                    <a:pt x="2280" y="44"/>
                  </a:moveTo>
                  <a:cubicBezTo>
                    <a:pt x="2318" y="44"/>
                    <a:pt x="2357" y="53"/>
                    <a:pt x="2394" y="72"/>
                  </a:cubicBezTo>
                  <a:cubicBezTo>
                    <a:pt x="2466" y="96"/>
                    <a:pt x="2502" y="156"/>
                    <a:pt x="2466" y="180"/>
                  </a:cubicBezTo>
                  <a:lnTo>
                    <a:pt x="2454" y="180"/>
                  </a:lnTo>
                  <a:cubicBezTo>
                    <a:pt x="2430" y="168"/>
                    <a:pt x="2406" y="156"/>
                    <a:pt x="2382" y="144"/>
                  </a:cubicBezTo>
                  <a:cubicBezTo>
                    <a:pt x="2309" y="120"/>
                    <a:pt x="2236" y="96"/>
                    <a:pt x="2164" y="72"/>
                  </a:cubicBezTo>
                  <a:lnTo>
                    <a:pt x="2176" y="72"/>
                  </a:lnTo>
                  <a:cubicBezTo>
                    <a:pt x="2206" y="53"/>
                    <a:pt x="2243" y="44"/>
                    <a:pt x="2280" y="44"/>
                  </a:cubicBezTo>
                  <a:close/>
                  <a:moveTo>
                    <a:pt x="218" y="954"/>
                  </a:moveTo>
                  <a:lnTo>
                    <a:pt x="218" y="954"/>
                  </a:lnTo>
                  <a:cubicBezTo>
                    <a:pt x="266" y="978"/>
                    <a:pt x="327" y="1002"/>
                    <a:pt x="351" y="1014"/>
                  </a:cubicBezTo>
                  <a:lnTo>
                    <a:pt x="750" y="1172"/>
                  </a:lnTo>
                  <a:cubicBezTo>
                    <a:pt x="699" y="1187"/>
                    <a:pt x="646" y="1193"/>
                    <a:pt x="593" y="1193"/>
                  </a:cubicBezTo>
                  <a:cubicBezTo>
                    <a:pt x="520" y="1193"/>
                    <a:pt x="445" y="1180"/>
                    <a:pt x="375" y="1159"/>
                  </a:cubicBezTo>
                  <a:cubicBezTo>
                    <a:pt x="254" y="1111"/>
                    <a:pt x="182" y="1026"/>
                    <a:pt x="218" y="954"/>
                  </a:cubicBezTo>
                  <a:close/>
                  <a:moveTo>
                    <a:pt x="1762" y="76"/>
                  </a:moveTo>
                  <a:cubicBezTo>
                    <a:pt x="1941" y="76"/>
                    <a:pt x="2113" y="111"/>
                    <a:pt x="2285" y="168"/>
                  </a:cubicBezTo>
                  <a:lnTo>
                    <a:pt x="2333" y="192"/>
                  </a:lnTo>
                  <a:cubicBezTo>
                    <a:pt x="2720" y="362"/>
                    <a:pt x="2792" y="676"/>
                    <a:pt x="2514" y="918"/>
                  </a:cubicBezTo>
                  <a:lnTo>
                    <a:pt x="2382" y="1039"/>
                  </a:lnTo>
                  <a:cubicBezTo>
                    <a:pt x="2297" y="1111"/>
                    <a:pt x="2261" y="1220"/>
                    <a:pt x="2285" y="1329"/>
                  </a:cubicBezTo>
                  <a:cubicBezTo>
                    <a:pt x="2297" y="1413"/>
                    <a:pt x="2285" y="1437"/>
                    <a:pt x="2212" y="1510"/>
                  </a:cubicBezTo>
                  <a:cubicBezTo>
                    <a:pt x="2167" y="1544"/>
                    <a:pt x="2110" y="1562"/>
                    <a:pt x="2035" y="1562"/>
                  </a:cubicBezTo>
                  <a:cubicBezTo>
                    <a:pt x="1949" y="1562"/>
                    <a:pt x="1841" y="1538"/>
                    <a:pt x="1705" y="1486"/>
                  </a:cubicBezTo>
                  <a:lnTo>
                    <a:pt x="871" y="1159"/>
                  </a:lnTo>
                  <a:lnTo>
                    <a:pt x="399" y="978"/>
                  </a:lnTo>
                  <a:cubicBezTo>
                    <a:pt x="339" y="954"/>
                    <a:pt x="278" y="930"/>
                    <a:pt x="230" y="906"/>
                  </a:cubicBezTo>
                  <a:lnTo>
                    <a:pt x="206" y="894"/>
                  </a:lnTo>
                  <a:cubicBezTo>
                    <a:pt x="121" y="833"/>
                    <a:pt x="109" y="773"/>
                    <a:pt x="170" y="712"/>
                  </a:cubicBezTo>
                  <a:cubicBezTo>
                    <a:pt x="254" y="652"/>
                    <a:pt x="351" y="616"/>
                    <a:pt x="448" y="603"/>
                  </a:cubicBezTo>
                  <a:cubicBezTo>
                    <a:pt x="593" y="579"/>
                    <a:pt x="726" y="531"/>
                    <a:pt x="859" y="446"/>
                  </a:cubicBezTo>
                  <a:lnTo>
                    <a:pt x="1004" y="313"/>
                  </a:lnTo>
                  <a:cubicBezTo>
                    <a:pt x="1185" y="180"/>
                    <a:pt x="1402" y="96"/>
                    <a:pt x="1620" y="84"/>
                  </a:cubicBezTo>
                  <a:cubicBezTo>
                    <a:pt x="1668" y="79"/>
                    <a:pt x="1715" y="76"/>
                    <a:pt x="1762" y="76"/>
                  </a:cubicBezTo>
                  <a:close/>
                  <a:moveTo>
                    <a:pt x="2282" y="0"/>
                  </a:moveTo>
                  <a:cubicBezTo>
                    <a:pt x="2224" y="0"/>
                    <a:pt x="2167" y="16"/>
                    <a:pt x="2116" y="47"/>
                  </a:cubicBezTo>
                  <a:lnTo>
                    <a:pt x="2091" y="60"/>
                  </a:lnTo>
                  <a:cubicBezTo>
                    <a:pt x="1976" y="42"/>
                    <a:pt x="1855" y="31"/>
                    <a:pt x="1736" y="31"/>
                  </a:cubicBezTo>
                  <a:cubicBezTo>
                    <a:pt x="1693" y="31"/>
                    <a:pt x="1650" y="32"/>
                    <a:pt x="1608" y="35"/>
                  </a:cubicBezTo>
                  <a:cubicBezTo>
                    <a:pt x="1366" y="60"/>
                    <a:pt x="1137" y="144"/>
                    <a:pt x="943" y="289"/>
                  </a:cubicBezTo>
                  <a:lnTo>
                    <a:pt x="798" y="422"/>
                  </a:lnTo>
                  <a:cubicBezTo>
                    <a:pt x="677" y="495"/>
                    <a:pt x="544" y="543"/>
                    <a:pt x="411" y="567"/>
                  </a:cubicBezTo>
                  <a:cubicBezTo>
                    <a:pt x="303" y="579"/>
                    <a:pt x="194" y="616"/>
                    <a:pt x="109" y="688"/>
                  </a:cubicBezTo>
                  <a:cubicBezTo>
                    <a:pt x="0" y="785"/>
                    <a:pt x="61" y="869"/>
                    <a:pt x="158" y="918"/>
                  </a:cubicBezTo>
                  <a:cubicBezTo>
                    <a:pt x="97" y="1014"/>
                    <a:pt x="158" y="1123"/>
                    <a:pt x="327" y="1196"/>
                  </a:cubicBezTo>
                  <a:cubicBezTo>
                    <a:pt x="405" y="1226"/>
                    <a:pt x="487" y="1241"/>
                    <a:pt x="568" y="1241"/>
                  </a:cubicBezTo>
                  <a:cubicBezTo>
                    <a:pt x="650" y="1241"/>
                    <a:pt x="732" y="1226"/>
                    <a:pt x="810" y="1196"/>
                  </a:cubicBezTo>
                  <a:lnTo>
                    <a:pt x="1668" y="1522"/>
                  </a:lnTo>
                  <a:cubicBezTo>
                    <a:pt x="1729" y="1545"/>
                    <a:pt x="1880" y="1601"/>
                    <a:pt x="2028" y="1601"/>
                  </a:cubicBezTo>
                  <a:cubicBezTo>
                    <a:pt x="2117" y="1601"/>
                    <a:pt x="2205" y="1581"/>
                    <a:pt x="2273" y="1522"/>
                  </a:cubicBezTo>
                  <a:cubicBezTo>
                    <a:pt x="2357" y="1450"/>
                    <a:pt x="2382" y="1413"/>
                    <a:pt x="2357" y="1317"/>
                  </a:cubicBezTo>
                  <a:cubicBezTo>
                    <a:pt x="2333" y="1220"/>
                    <a:pt x="2369" y="1123"/>
                    <a:pt x="2454" y="1063"/>
                  </a:cubicBezTo>
                  <a:lnTo>
                    <a:pt x="2587" y="942"/>
                  </a:lnTo>
                  <a:cubicBezTo>
                    <a:pt x="2853" y="712"/>
                    <a:pt x="2805" y="410"/>
                    <a:pt x="2514" y="217"/>
                  </a:cubicBezTo>
                  <a:lnTo>
                    <a:pt x="2527" y="205"/>
                  </a:lnTo>
                  <a:cubicBezTo>
                    <a:pt x="2587" y="156"/>
                    <a:pt x="2551" y="72"/>
                    <a:pt x="2430" y="35"/>
                  </a:cubicBezTo>
                  <a:cubicBezTo>
                    <a:pt x="2384" y="13"/>
                    <a:pt x="2333" y="0"/>
                    <a:pt x="228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4" name="Google Shape;2119;p60">
              <a:extLst>
                <a:ext uri="{FF2B5EF4-FFF2-40B4-BE49-F238E27FC236}">
                  <a16:creationId xmlns:a16="http://schemas.microsoft.com/office/drawing/2014/main" id="{1B3F118E-BEC7-BAA0-A91A-AB7E9BDBB907}"/>
                </a:ext>
              </a:extLst>
            </p:cNvPr>
            <p:cNvSpPr/>
            <p:nvPr/>
          </p:nvSpPr>
          <p:spPr>
            <a:xfrm>
              <a:off x="3552934" y="2787686"/>
              <a:ext cx="111395" cy="64087"/>
            </a:xfrm>
            <a:custGeom>
              <a:avLst/>
              <a:gdLst/>
              <a:ahLst/>
              <a:cxnLst/>
              <a:rect l="l" t="t" r="r" b="b"/>
              <a:pathLst>
                <a:path w="1766" h="1016" extrusionOk="0">
                  <a:moveTo>
                    <a:pt x="49" y="1"/>
                  </a:moveTo>
                  <a:lnTo>
                    <a:pt x="0" y="25"/>
                  </a:lnTo>
                  <a:lnTo>
                    <a:pt x="1705" y="1016"/>
                  </a:lnTo>
                  <a:lnTo>
                    <a:pt x="1765" y="992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" name="Google Shape;2120;p60">
              <a:extLst>
                <a:ext uri="{FF2B5EF4-FFF2-40B4-BE49-F238E27FC236}">
                  <a16:creationId xmlns:a16="http://schemas.microsoft.com/office/drawing/2014/main" id="{B1129B90-82DE-DA18-31D5-45C1AD20ECEF}"/>
                </a:ext>
              </a:extLst>
            </p:cNvPr>
            <p:cNvSpPr/>
            <p:nvPr/>
          </p:nvSpPr>
          <p:spPr>
            <a:xfrm>
              <a:off x="3508717" y="2812854"/>
              <a:ext cx="111395" cy="64844"/>
            </a:xfrm>
            <a:custGeom>
              <a:avLst/>
              <a:gdLst/>
              <a:ahLst/>
              <a:cxnLst/>
              <a:rect l="l" t="t" r="r" b="b"/>
              <a:pathLst>
                <a:path w="1766" h="1028" extrusionOk="0">
                  <a:moveTo>
                    <a:pt x="49" y="0"/>
                  </a:moveTo>
                  <a:lnTo>
                    <a:pt x="0" y="37"/>
                  </a:lnTo>
                  <a:lnTo>
                    <a:pt x="1705" y="1028"/>
                  </a:lnTo>
                  <a:lnTo>
                    <a:pt x="1765" y="992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" name="Google Shape;2121;p60">
              <a:extLst>
                <a:ext uri="{FF2B5EF4-FFF2-40B4-BE49-F238E27FC236}">
                  <a16:creationId xmlns:a16="http://schemas.microsoft.com/office/drawing/2014/main" id="{F33178D6-C8CC-AD13-988D-2498FD229D00}"/>
                </a:ext>
              </a:extLst>
            </p:cNvPr>
            <p:cNvSpPr/>
            <p:nvPr/>
          </p:nvSpPr>
          <p:spPr>
            <a:xfrm>
              <a:off x="3464501" y="2838779"/>
              <a:ext cx="110575" cy="64087"/>
            </a:xfrm>
            <a:custGeom>
              <a:avLst/>
              <a:gdLst/>
              <a:ahLst/>
              <a:cxnLst/>
              <a:rect l="l" t="t" r="r" b="b"/>
              <a:pathLst>
                <a:path w="1753" h="1016" extrusionOk="0">
                  <a:moveTo>
                    <a:pt x="49" y="0"/>
                  </a:moveTo>
                  <a:lnTo>
                    <a:pt x="0" y="25"/>
                  </a:lnTo>
                  <a:lnTo>
                    <a:pt x="1705" y="1016"/>
                  </a:lnTo>
                  <a:lnTo>
                    <a:pt x="1753" y="992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" name="Google Shape;2122;p60">
              <a:extLst>
                <a:ext uri="{FF2B5EF4-FFF2-40B4-BE49-F238E27FC236}">
                  <a16:creationId xmlns:a16="http://schemas.microsoft.com/office/drawing/2014/main" id="{F27196E2-D0DB-9738-E3B2-1298AD5DA0AC}"/>
                </a:ext>
              </a:extLst>
            </p:cNvPr>
            <p:cNvSpPr/>
            <p:nvPr/>
          </p:nvSpPr>
          <p:spPr>
            <a:xfrm>
              <a:off x="3000950" y="2364565"/>
              <a:ext cx="613050" cy="353802"/>
            </a:xfrm>
            <a:custGeom>
              <a:avLst/>
              <a:gdLst/>
              <a:ahLst/>
              <a:cxnLst/>
              <a:rect l="l" t="t" r="r" b="b"/>
              <a:pathLst>
                <a:path w="9719" h="5609" extrusionOk="0">
                  <a:moveTo>
                    <a:pt x="25" y="0"/>
                  </a:moveTo>
                  <a:lnTo>
                    <a:pt x="1" y="12"/>
                  </a:lnTo>
                  <a:lnTo>
                    <a:pt x="9694" y="5609"/>
                  </a:lnTo>
                  <a:lnTo>
                    <a:pt x="9718" y="559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0D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" name="Google Shape;2123;p60">
              <a:extLst>
                <a:ext uri="{FF2B5EF4-FFF2-40B4-BE49-F238E27FC236}">
                  <a16:creationId xmlns:a16="http://schemas.microsoft.com/office/drawing/2014/main" id="{0DF1AACE-E6D3-E862-777B-F723374C496F}"/>
                </a:ext>
              </a:extLst>
            </p:cNvPr>
            <p:cNvSpPr/>
            <p:nvPr/>
          </p:nvSpPr>
          <p:spPr>
            <a:xfrm>
              <a:off x="2380338" y="2439059"/>
              <a:ext cx="257041" cy="134860"/>
            </a:xfrm>
            <a:custGeom>
              <a:avLst/>
              <a:gdLst/>
              <a:ahLst/>
              <a:cxnLst/>
              <a:rect l="l" t="t" r="r" b="b"/>
              <a:pathLst>
                <a:path w="4075" h="2138" extrusionOk="0">
                  <a:moveTo>
                    <a:pt x="2038" y="1"/>
                  </a:moveTo>
                  <a:cubicBezTo>
                    <a:pt x="1563" y="1"/>
                    <a:pt x="1089" y="107"/>
                    <a:pt x="726" y="318"/>
                  </a:cubicBezTo>
                  <a:cubicBezTo>
                    <a:pt x="1" y="729"/>
                    <a:pt x="1" y="1406"/>
                    <a:pt x="726" y="1829"/>
                  </a:cubicBezTo>
                  <a:cubicBezTo>
                    <a:pt x="1089" y="2034"/>
                    <a:pt x="1563" y="2137"/>
                    <a:pt x="2038" y="2137"/>
                  </a:cubicBezTo>
                  <a:cubicBezTo>
                    <a:pt x="2512" y="2137"/>
                    <a:pt x="2986" y="2034"/>
                    <a:pt x="3349" y="1829"/>
                  </a:cubicBezTo>
                  <a:cubicBezTo>
                    <a:pt x="4074" y="1406"/>
                    <a:pt x="4062" y="729"/>
                    <a:pt x="3349" y="318"/>
                  </a:cubicBezTo>
                  <a:cubicBezTo>
                    <a:pt x="2986" y="107"/>
                    <a:pt x="2512" y="1"/>
                    <a:pt x="2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" name="Google Shape;2124;p60">
              <a:extLst>
                <a:ext uri="{FF2B5EF4-FFF2-40B4-BE49-F238E27FC236}">
                  <a16:creationId xmlns:a16="http://schemas.microsoft.com/office/drawing/2014/main" id="{80B3541C-CD01-D25D-EC02-7F827F84A82C}"/>
                </a:ext>
              </a:extLst>
            </p:cNvPr>
            <p:cNvSpPr/>
            <p:nvPr/>
          </p:nvSpPr>
          <p:spPr>
            <a:xfrm>
              <a:off x="2458112" y="2470724"/>
              <a:ext cx="118270" cy="62384"/>
            </a:xfrm>
            <a:custGeom>
              <a:avLst/>
              <a:gdLst/>
              <a:ahLst/>
              <a:cxnLst/>
              <a:rect l="l" t="t" r="r" b="b"/>
              <a:pathLst>
                <a:path w="1875" h="989" extrusionOk="0">
                  <a:moveTo>
                    <a:pt x="939" y="0"/>
                  </a:moveTo>
                  <a:cubicBezTo>
                    <a:pt x="732" y="0"/>
                    <a:pt x="527" y="52"/>
                    <a:pt x="339" y="155"/>
                  </a:cubicBezTo>
                  <a:cubicBezTo>
                    <a:pt x="1" y="336"/>
                    <a:pt x="1" y="650"/>
                    <a:pt x="339" y="844"/>
                  </a:cubicBezTo>
                  <a:cubicBezTo>
                    <a:pt x="527" y="940"/>
                    <a:pt x="732" y="989"/>
                    <a:pt x="939" y="989"/>
                  </a:cubicBezTo>
                  <a:cubicBezTo>
                    <a:pt x="1146" y="989"/>
                    <a:pt x="1354" y="940"/>
                    <a:pt x="1548" y="844"/>
                  </a:cubicBezTo>
                  <a:cubicBezTo>
                    <a:pt x="1874" y="650"/>
                    <a:pt x="1874" y="336"/>
                    <a:pt x="1548" y="155"/>
                  </a:cubicBezTo>
                  <a:cubicBezTo>
                    <a:pt x="1354" y="52"/>
                    <a:pt x="1146" y="0"/>
                    <a:pt x="9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" name="Google Shape;2125;p60">
              <a:extLst>
                <a:ext uri="{FF2B5EF4-FFF2-40B4-BE49-F238E27FC236}">
                  <a16:creationId xmlns:a16="http://schemas.microsoft.com/office/drawing/2014/main" id="{A32ABBAD-67A6-647B-1110-C517D0CA1DE8}"/>
                </a:ext>
              </a:extLst>
            </p:cNvPr>
            <p:cNvSpPr/>
            <p:nvPr/>
          </p:nvSpPr>
          <p:spPr>
            <a:xfrm>
              <a:off x="2393332" y="2516896"/>
              <a:ext cx="100672" cy="56644"/>
            </a:xfrm>
            <a:custGeom>
              <a:avLst/>
              <a:gdLst/>
              <a:ahLst/>
              <a:cxnLst/>
              <a:rect l="l" t="t" r="r" b="b"/>
              <a:pathLst>
                <a:path w="1596" h="898" extrusionOk="0">
                  <a:moveTo>
                    <a:pt x="241" y="0"/>
                  </a:moveTo>
                  <a:cubicBezTo>
                    <a:pt x="160" y="0"/>
                    <a:pt x="80" y="5"/>
                    <a:pt x="0" y="15"/>
                  </a:cubicBezTo>
                  <a:cubicBezTo>
                    <a:pt x="97" y="269"/>
                    <a:pt x="278" y="474"/>
                    <a:pt x="520" y="595"/>
                  </a:cubicBezTo>
                  <a:cubicBezTo>
                    <a:pt x="834" y="764"/>
                    <a:pt x="1173" y="861"/>
                    <a:pt x="1535" y="897"/>
                  </a:cubicBezTo>
                  <a:cubicBezTo>
                    <a:pt x="1596" y="655"/>
                    <a:pt x="1475" y="414"/>
                    <a:pt x="1161" y="232"/>
                  </a:cubicBezTo>
                  <a:cubicBezTo>
                    <a:pt x="880" y="78"/>
                    <a:pt x="561" y="0"/>
                    <a:pt x="2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" name="Google Shape;2126;p60">
              <a:extLst>
                <a:ext uri="{FF2B5EF4-FFF2-40B4-BE49-F238E27FC236}">
                  <a16:creationId xmlns:a16="http://schemas.microsoft.com/office/drawing/2014/main" id="{90CB13B5-23CB-40DD-5223-74CD9B79DA36}"/>
                </a:ext>
              </a:extLst>
            </p:cNvPr>
            <p:cNvSpPr/>
            <p:nvPr/>
          </p:nvSpPr>
          <p:spPr>
            <a:xfrm>
              <a:off x="2108163" y="2596121"/>
              <a:ext cx="257041" cy="134860"/>
            </a:xfrm>
            <a:custGeom>
              <a:avLst/>
              <a:gdLst/>
              <a:ahLst/>
              <a:cxnLst/>
              <a:rect l="l" t="t" r="r" b="b"/>
              <a:pathLst>
                <a:path w="4075" h="2138" extrusionOk="0">
                  <a:moveTo>
                    <a:pt x="2038" y="1"/>
                  </a:moveTo>
                  <a:cubicBezTo>
                    <a:pt x="1563" y="1"/>
                    <a:pt x="1089" y="107"/>
                    <a:pt x="726" y="318"/>
                  </a:cubicBezTo>
                  <a:cubicBezTo>
                    <a:pt x="1" y="729"/>
                    <a:pt x="13" y="1406"/>
                    <a:pt x="726" y="1829"/>
                  </a:cubicBezTo>
                  <a:cubicBezTo>
                    <a:pt x="1089" y="2034"/>
                    <a:pt x="1563" y="2137"/>
                    <a:pt x="2038" y="2137"/>
                  </a:cubicBezTo>
                  <a:cubicBezTo>
                    <a:pt x="2512" y="2137"/>
                    <a:pt x="2986" y="2034"/>
                    <a:pt x="3349" y="1829"/>
                  </a:cubicBezTo>
                  <a:cubicBezTo>
                    <a:pt x="4074" y="1406"/>
                    <a:pt x="4074" y="729"/>
                    <a:pt x="3349" y="318"/>
                  </a:cubicBezTo>
                  <a:cubicBezTo>
                    <a:pt x="2986" y="107"/>
                    <a:pt x="2512" y="1"/>
                    <a:pt x="2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" name="Google Shape;2127;p60">
              <a:extLst>
                <a:ext uri="{FF2B5EF4-FFF2-40B4-BE49-F238E27FC236}">
                  <a16:creationId xmlns:a16="http://schemas.microsoft.com/office/drawing/2014/main" id="{7DE0AA4F-A3D7-9E3E-CD4F-AC89B5926BC8}"/>
                </a:ext>
              </a:extLst>
            </p:cNvPr>
            <p:cNvSpPr/>
            <p:nvPr/>
          </p:nvSpPr>
          <p:spPr>
            <a:xfrm>
              <a:off x="2191298" y="2627597"/>
              <a:ext cx="107547" cy="62573"/>
            </a:xfrm>
            <a:custGeom>
              <a:avLst/>
              <a:gdLst/>
              <a:ahLst/>
              <a:cxnLst/>
              <a:rect l="l" t="t" r="r" b="b"/>
              <a:pathLst>
                <a:path w="1705" h="992" extrusionOk="0">
                  <a:moveTo>
                    <a:pt x="859" y="0"/>
                  </a:moveTo>
                  <a:cubicBezTo>
                    <a:pt x="387" y="0"/>
                    <a:pt x="0" y="218"/>
                    <a:pt x="0" y="496"/>
                  </a:cubicBezTo>
                  <a:cubicBezTo>
                    <a:pt x="0" y="762"/>
                    <a:pt x="387" y="991"/>
                    <a:pt x="859" y="991"/>
                  </a:cubicBezTo>
                  <a:cubicBezTo>
                    <a:pt x="1330" y="991"/>
                    <a:pt x="1705" y="762"/>
                    <a:pt x="1705" y="496"/>
                  </a:cubicBezTo>
                  <a:cubicBezTo>
                    <a:pt x="1705" y="218"/>
                    <a:pt x="1330" y="0"/>
                    <a:pt x="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" name="Google Shape;2128;p60">
              <a:extLst>
                <a:ext uri="{FF2B5EF4-FFF2-40B4-BE49-F238E27FC236}">
                  <a16:creationId xmlns:a16="http://schemas.microsoft.com/office/drawing/2014/main" id="{C3E00E49-F6BF-70AD-BB17-AB9E75179761}"/>
                </a:ext>
              </a:extLst>
            </p:cNvPr>
            <p:cNvSpPr/>
            <p:nvPr/>
          </p:nvSpPr>
          <p:spPr>
            <a:xfrm>
              <a:off x="2121913" y="2673958"/>
              <a:ext cx="99915" cy="56644"/>
            </a:xfrm>
            <a:custGeom>
              <a:avLst/>
              <a:gdLst/>
              <a:ahLst/>
              <a:cxnLst/>
              <a:rect l="l" t="t" r="r" b="b"/>
              <a:pathLst>
                <a:path w="1584" h="898" extrusionOk="0">
                  <a:moveTo>
                    <a:pt x="235" y="0"/>
                  </a:moveTo>
                  <a:cubicBezTo>
                    <a:pt x="156" y="0"/>
                    <a:pt x="78" y="5"/>
                    <a:pt x="0" y="15"/>
                  </a:cubicBezTo>
                  <a:cubicBezTo>
                    <a:pt x="85" y="269"/>
                    <a:pt x="266" y="474"/>
                    <a:pt x="508" y="595"/>
                  </a:cubicBezTo>
                  <a:cubicBezTo>
                    <a:pt x="822" y="764"/>
                    <a:pt x="1161" y="861"/>
                    <a:pt x="1523" y="897"/>
                  </a:cubicBezTo>
                  <a:cubicBezTo>
                    <a:pt x="1584" y="655"/>
                    <a:pt x="1463" y="414"/>
                    <a:pt x="1149" y="232"/>
                  </a:cubicBezTo>
                  <a:cubicBezTo>
                    <a:pt x="868" y="78"/>
                    <a:pt x="549" y="0"/>
                    <a:pt x="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" name="Google Shape;2129;p60">
              <a:extLst>
                <a:ext uri="{FF2B5EF4-FFF2-40B4-BE49-F238E27FC236}">
                  <a16:creationId xmlns:a16="http://schemas.microsoft.com/office/drawing/2014/main" id="{69B698F9-55D7-1232-644D-611C539B524A}"/>
                </a:ext>
              </a:extLst>
            </p:cNvPr>
            <p:cNvSpPr/>
            <p:nvPr/>
          </p:nvSpPr>
          <p:spPr>
            <a:xfrm>
              <a:off x="2584707" y="2549633"/>
              <a:ext cx="728924" cy="422682"/>
            </a:xfrm>
            <a:custGeom>
              <a:avLst/>
              <a:gdLst/>
              <a:ahLst/>
              <a:cxnLst/>
              <a:rect l="l" t="t" r="r" b="b"/>
              <a:pathLst>
                <a:path w="11556" h="6701" extrusionOk="0">
                  <a:moveTo>
                    <a:pt x="1649" y="70"/>
                  </a:moveTo>
                  <a:cubicBezTo>
                    <a:pt x="2034" y="70"/>
                    <a:pt x="2418" y="161"/>
                    <a:pt x="2768" y="342"/>
                  </a:cubicBezTo>
                  <a:lnTo>
                    <a:pt x="11023" y="5104"/>
                  </a:lnTo>
                  <a:cubicBezTo>
                    <a:pt x="11326" y="5273"/>
                    <a:pt x="11483" y="5491"/>
                    <a:pt x="11483" y="5733"/>
                  </a:cubicBezTo>
                  <a:cubicBezTo>
                    <a:pt x="11483" y="5962"/>
                    <a:pt x="11326" y="6192"/>
                    <a:pt x="11023" y="6361"/>
                  </a:cubicBezTo>
                  <a:cubicBezTo>
                    <a:pt x="10673" y="6536"/>
                    <a:pt x="10289" y="6624"/>
                    <a:pt x="9905" y="6624"/>
                  </a:cubicBezTo>
                  <a:cubicBezTo>
                    <a:pt x="9522" y="6624"/>
                    <a:pt x="9138" y="6536"/>
                    <a:pt x="8787" y="6361"/>
                  </a:cubicBezTo>
                  <a:lnTo>
                    <a:pt x="520" y="1599"/>
                  </a:lnTo>
                  <a:cubicBezTo>
                    <a:pt x="230" y="1418"/>
                    <a:pt x="73" y="1200"/>
                    <a:pt x="73" y="970"/>
                  </a:cubicBezTo>
                  <a:cubicBezTo>
                    <a:pt x="73" y="729"/>
                    <a:pt x="230" y="511"/>
                    <a:pt x="520" y="342"/>
                  </a:cubicBezTo>
                  <a:cubicBezTo>
                    <a:pt x="876" y="161"/>
                    <a:pt x="1263" y="70"/>
                    <a:pt x="1649" y="70"/>
                  </a:cubicBezTo>
                  <a:close/>
                  <a:moveTo>
                    <a:pt x="1650" y="0"/>
                  </a:moveTo>
                  <a:cubicBezTo>
                    <a:pt x="1254" y="0"/>
                    <a:pt x="858" y="94"/>
                    <a:pt x="496" y="281"/>
                  </a:cubicBezTo>
                  <a:cubicBezTo>
                    <a:pt x="169" y="463"/>
                    <a:pt x="0" y="705"/>
                    <a:pt x="0" y="970"/>
                  </a:cubicBezTo>
                  <a:cubicBezTo>
                    <a:pt x="0" y="1224"/>
                    <a:pt x="169" y="1478"/>
                    <a:pt x="496" y="1659"/>
                  </a:cubicBezTo>
                  <a:lnTo>
                    <a:pt x="8751" y="6422"/>
                  </a:lnTo>
                  <a:cubicBezTo>
                    <a:pt x="9082" y="6604"/>
                    <a:pt x="9456" y="6701"/>
                    <a:pt x="9843" y="6701"/>
                  </a:cubicBezTo>
                  <a:cubicBezTo>
                    <a:pt x="9866" y="6701"/>
                    <a:pt x="9888" y="6700"/>
                    <a:pt x="9911" y="6700"/>
                  </a:cubicBezTo>
                  <a:cubicBezTo>
                    <a:pt x="9934" y="6700"/>
                    <a:pt x="9956" y="6701"/>
                    <a:pt x="9978" y="6701"/>
                  </a:cubicBezTo>
                  <a:cubicBezTo>
                    <a:pt x="10355" y="6701"/>
                    <a:pt x="10729" y="6604"/>
                    <a:pt x="11060" y="6422"/>
                  </a:cubicBezTo>
                  <a:cubicBezTo>
                    <a:pt x="11386" y="6240"/>
                    <a:pt x="11555" y="5999"/>
                    <a:pt x="11555" y="5733"/>
                  </a:cubicBezTo>
                  <a:cubicBezTo>
                    <a:pt x="11555" y="5467"/>
                    <a:pt x="11374" y="5225"/>
                    <a:pt x="11060" y="5044"/>
                  </a:cubicBezTo>
                  <a:lnTo>
                    <a:pt x="2804" y="281"/>
                  </a:lnTo>
                  <a:cubicBezTo>
                    <a:pt x="2442" y="94"/>
                    <a:pt x="2046" y="0"/>
                    <a:pt x="16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" name="Google Shape;2130;p60">
              <a:extLst>
                <a:ext uri="{FF2B5EF4-FFF2-40B4-BE49-F238E27FC236}">
                  <a16:creationId xmlns:a16="http://schemas.microsoft.com/office/drawing/2014/main" id="{D6D3A7DA-D73E-45E1-44C3-7F5DAC7675C8}"/>
                </a:ext>
              </a:extLst>
            </p:cNvPr>
            <p:cNvSpPr/>
            <p:nvPr/>
          </p:nvSpPr>
          <p:spPr>
            <a:xfrm>
              <a:off x="3280758" y="2952380"/>
              <a:ext cx="208219" cy="117640"/>
            </a:xfrm>
            <a:custGeom>
              <a:avLst/>
              <a:gdLst/>
              <a:ahLst/>
              <a:cxnLst/>
              <a:rect l="l" t="t" r="r" b="b"/>
              <a:pathLst>
                <a:path w="3301" h="1865" extrusionOk="0">
                  <a:moveTo>
                    <a:pt x="1918" y="64"/>
                  </a:moveTo>
                  <a:cubicBezTo>
                    <a:pt x="1992" y="64"/>
                    <a:pt x="2067" y="79"/>
                    <a:pt x="2140" y="109"/>
                  </a:cubicBezTo>
                  <a:lnTo>
                    <a:pt x="3071" y="653"/>
                  </a:lnTo>
                  <a:cubicBezTo>
                    <a:pt x="3191" y="701"/>
                    <a:pt x="3191" y="859"/>
                    <a:pt x="3071" y="907"/>
                  </a:cubicBezTo>
                  <a:lnTo>
                    <a:pt x="2406" y="1282"/>
                  </a:lnTo>
                  <a:lnTo>
                    <a:pt x="2406" y="871"/>
                  </a:lnTo>
                  <a:lnTo>
                    <a:pt x="1403" y="871"/>
                  </a:lnTo>
                  <a:lnTo>
                    <a:pt x="1403" y="665"/>
                  </a:lnTo>
                  <a:lnTo>
                    <a:pt x="762" y="665"/>
                  </a:lnTo>
                  <a:lnTo>
                    <a:pt x="1705" y="109"/>
                  </a:lnTo>
                  <a:cubicBezTo>
                    <a:pt x="1771" y="79"/>
                    <a:pt x="1844" y="64"/>
                    <a:pt x="1918" y="64"/>
                  </a:cubicBezTo>
                  <a:close/>
                  <a:moveTo>
                    <a:pt x="1294" y="726"/>
                  </a:moveTo>
                  <a:lnTo>
                    <a:pt x="1294" y="1124"/>
                  </a:lnTo>
                  <a:lnTo>
                    <a:pt x="1390" y="1124"/>
                  </a:lnTo>
                  <a:lnTo>
                    <a:pt x="1390" y="931"/>
                  </a:lnTo>
                  <a:lnTo>
                    <a:pt x="2297" y="931"/>
                  </a:lnTo>
                  <a:lnTo>
                    <a:pt x="2297" y="1342"/>
                  </a:lnTo>
                  <a:lnTo>
                    <a:pt x="1596" y="1753"/>
                  </a:lnTo>
                  <a:cubicBezTo>
                    <a:pt x="1529" y="1789"/>
                    <a:pt x="1457" y="1807"/>
                    <a:pt x="1384" y="1807"/>
                  </a:cubicBezTo>
                  <a:cubicBezTo>
                    <a:pt x="1312" y="1807"/>
                    <a:pt x="1239" y="1789"/>
                    <a:pt x="1173" y="1753"/>
                  </a:cubicBezTo>
                  <a:lnTo>
                    <a:pt x="218" y="1209"/>
                  </a:lnTo>
                  <a:cubicBezTo>
                    <a:pt x="109" y="1173"/>
                    <a:pt x="109" y="1004"/>
                    <a:pt x="218" y="967"/>
                  </a:cubicBezTo>
                  <a:lnTo>
                    <a:pt x="641" y="726"/>
                  </a:lnTo>
                  <a:close/>
                  <a:moveTo>
                    <a:pt x="1922" y="0"/>
                  </a:moveTo>
                  <a:cubicBezTo>
                    <a:pt x="1823" y="0"/>
                    <a:pt x="1723" y="25"/>
                    <a:pt x="1632" y="73"/>
                  </a:cubicBezTo>
                  <a:lnTo>
                    <a:pt x="158" y="919"/>
                  </a:lnTo>
                  <a:cubicBezTo>
                    <a:pt x="0" y="979"/>
                    <a:pt x="0" y="1197"/>
                    <a:pt x="158" y="1257"/>
                  </a:cubicBezTo>
                  <a:lnTo>
                    <a:pt x="1088" y="1801"/>
                  </a:lnTo>
                  <a:cubicBezTo>
                    <a:pt x="1179" y="1844"/>
                    <a:pt x="1279" y="1865"/>
                    <a:pt x="1378" y="1865"/>
                  </a:cubicBezTo>
                  <a:cubicBezTo>
                    <a:pt x="1478" y="1865"/>
                    <a:pt x="1578" y="1844"/>
                    <a:pt x="1668" y="1801"/>
                  </a:cubicBezTo>
                  <a:lnTo>
                    <a:pt x="3143" y="943"/>
                  </a:lnTo>
                  <a:cubicBezTo>
                    <a:pt x="3300" y="883"/>
                    <a:pt x="3300" y="665"/>
                    <a:pt x="3143" y="617"/>
                  </a:cubicBezTo>
                  <a:lnTo>
                    <a:pt x="2212" y="73"/>
                  </a:lnTo>
                  <a:cubicBezTo>
                    <a:pt x="2122" y="25"/>
                    <a:pt x="2022" y="0"/>
                    <a:pt x="19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6" name="Google Shape;2131;p60">
              <a:extLst>
                <a:ext uri="{FF2B5EF4-FFF2-40B4-BE49-F238E27FC236}">
                  <a16:creationId xmlns:a16="http://schemas.microsoft.com/office/drawing/2014/main" id="{C8712079-46F3-1DA6-BE77-DF443288F521}"/>
                </a:ext>
              </a:extLst>
            </p:cNvPr>
            <p:cNvSpPr/>
            <p:nvPr/>
          </p:nvSpPr>
          <p:spPr>
            <a:xfrm>
              <a:off x="3382122" y="2969916"/>
              <a:ext cx="24474" cy="13751"/>
            </a:xfrm>
            <a:custGeom>
              <a:avLst/>
              <a:gdLst/>
              <a:ahLst/>
              <a:cxnLst/>
              <a:rect l="l" t="t" r="r" b="b"/>
              <a:pathLst>
                <a:path w="388" h="218" extrusionOk="0">
                  <a:moveTo>
                    <a:pt x="194" y="0"/>
                  </a:moveTo>
                  <a:cubicBezTo>
                    <a:pt x="86" y="0"/>
                    <a:pt x="1" y="49"/>
                    <a:pt x="1" y="109"/>
                  </a:cubicBezTo>
                  <a:cubicBezTo>
                    <a:pt x="1" y="170"/>
                    <a:pt x="86" y="218"/>
                    <a:pt x="194" y="218"/>
                  </a:cubicBezTo>
                  <a:cubicBezTo>
                    <a:pt x="303" y="218"/>
                    <a:pt x="388" y="170"/>
                    <a:pt x="388" y="109"/>
                  </a:cubicBezTo>
                  <a:cubicBezTo>
                    <a:pt x="388" y="49"/>
                    <a:pt x="303" y="0"/>
                    <a:pt x="19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" name="Google Shape;2132;p60">
              <a:extLst>
                <a:ext uri="{FF2B5EF4-FFF2-40B4-BE49-F238E27FC236}">
                  <a16:creationId xmlns:a16="http://schemas.microsoft.com/office/drawing/2014/main" id="{1B850D64-A2C5-8535-D171-EB725DBCCBFA}"/>
                </a:ext>
              </a:extLst>
            </p:cNvPr>
            <p:cNvSpPr/>
            <p:nvPr/>
          </p:nvSpPr>
          <p:spPr>
            <a:xfrm>
              <a:off x="3262466" y="2940648"/>
              <a:ext cx="133472" cy="84965"/>
            </a:xfrm>
            <a:custGeom>
              <a:avLst/>
              <a:gdLst/>
              <a:ahLst/>
              <a:cxnLst/>
              <a:rect l="l" t="t" r="r" b="b"/>
              <a:pathLst>
                <a:path w="2116" h="1347" extrusionOk="0">
                  <a:moveTo>
                    <a:pt x="1705" y="1"/>
                  </a:moveTo>
                  <a:cubicBezTo>
                    <a:pt x="1680" y="1"/>
                    <a:pt x="1656" y="2"/>
                    <a:pt x="1632" y="5"/>
                  </a:cubicBezTo>
                  <a:cubicBezTo>
                    <a:pt x="1535" y="5"/>
                    <a:pt x="1439" y="29"/>
                    <a:pt x="1366" y="90"/>
                  </a:cubicBezTo>
                  <a:lnTo>
                    <a:pt x="121" y="1008"/>
                  </a:lnTo>
                  <a:cubicBezTo>
                    <a:pt x="0" y="1105"/>
                    <a:pt x="25" y="1226"/>
                    <a:pt x="157" y="1310"/>
                  </a:cubicBezTo>
                  <a:cubicBezTo>
                    <a:pt x="170" y="1323"/>
                    <a:pt x="182" y="1323"/>
                    <a:pt x="194" y="1335"/>
                  </a:cubicBezTo>
                  <a:lnTo>
                    <a:pt x="218" y="1347"/>
                  </a:lnTo>
                  <a:cubicBezTo>
                    <a:pt x="218" y="1310"/>
                    <a:pt x="218" y="1286"/>
                    <a:pt x="230" y="1262"/>
                  </a:cubicBezTo>
                  <a:cubicBezTo>
                    <a:pt x="133" y="1226"/>
                    <a:pt x="121" y="1105"/>
                    <a:pt x="206" y="1045"/>
                  </a:cubicBezTo>
                  <a:lnTo>
                    <a:pt x="1451" y="126"/>
                  </a:lnTo>
                  <a:cubicBezTo>
                    <a:pt x="1499" y="90"/>
                    <a:pt x="1572" y="65"/>
                    <a:pt x="1644" y="53"/>
                  </a:cubicBezTo>
                  <a:cubicBezTo>
                    <a:pt x="1717" y="53"/>
                    <a:pt x="1789" y="65"/>
                    <a:pt x="1850" y="90"/>
                  </a:cubicBezTo>
                  <a:lnTo>
                    <a:pt x="2007" y="162"/>
                  </a:lnTo>
                  <a:cubicBezTo>
                    <a:pt x="2043" y="150"/>
                    <a:pt x="2079" y="138"/>
                    <a:pt x="2116" y="138"/>
                  </a:cubicBezTo>
                  <a:lnTo>
                    <a:pt x="1922" y="41"/>
                  </a:lnTo>
                  <a:cubicBezTo>
                    <a:pt x="1850" y="14"/>
                    <a:pt x="1777" y="1"/>
                    <a:pt x="170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" name="Google Shape;2133;p60">
              <a:extLst>
                <a:ext uri="{FF2B5EF4-FFF2-40B4-BE49-F238E27FC236}">
                  <a16:creationId xmlns:a16="http://schemas.microsoft.com/office/drawing/2014/main" id="{8C9702FD-5263-AA4D-57BF-86C4C705C87E}"/>
                </a:ext>
              </a:extLst>
            </p:cNvPr>
            <p:cNvSpPr/>
            <p:nvPr/>
          </p:nvSpPr>
          <p:spPr>
            <a:xfrm>
              <a:off x="2352900" y="2738738"/>
              <a:ext cx="256221" cy="134797"/>
            </a:xfrm>
            <a:custGeom>
              <a:avLst/>
              <a:gdLst/>
              <a:ahLst/>
              <a:cxnLst/>
              <a:rect l="l" t="t" r="r" b="b"/>
              <a:pathLst>
                <a:path w="4062" h="2137" extrusionOk="0">
                  <a:moveTo>
                    <a:pt x="2037" y="0"/>
                  </a:moveTo>
                  <a:cubicBezTo>
                    <a:pt x="1563" y="0"/>
                    <a:pt x="1089" y="106"/>
                    <a:pt x="726" y="317"/>
                  </a:cubicBezTo>
                  <a:cubicBezTo>
                    <a:pt x="1" y="728"/>
                    <a:pt x="1" y="1405"/>
                    <a:pt x="726" y="1828"/>
                  </a:cubicBezTo>
                  <a:cubicBezTo>
                    <a:pt x="1089" y="2034"/>
                    <a:pt x="1563" y="2136"/>
                    <a:pt x="2037" y="2136"/>
                  </a:cubicBezTo>
                  <a:cubicBezTo>
                    <a:pt x="2512" y="2136"/>
                    <a:pt x="2986" y="2034"/>
                    <a:pt x="3349" y="1828"/>
                  </a:cubicBezTo>
                  <a:cubicBezTo>
                    <a:pt x="4062" y="1405"/>
                    <a:pt x="4062" y="728"/>
                    <a:pt x="3349" y="317"/>
                  </a:cubicBezTo>
                  <a:cubicBezTo>
                    <a:pt x="2986" y="106"/>
                    <a:pt x="2512" y="0"/>
                    <a:pt x="20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" name="Google Shape;2134;p60">
              <a:extLst>
                <a:ext uri="{FF2B5EF4-FFF2-40B4-BE49-F238E27FC236}">
                  <a16:creationId xmlns:a16="http://schemas.microsoft.com/office/drawing/2014/main" id="{496D6C71-5A2E-A7A4-3BC4-F36AAC6D27F9}"/>
                </a:ext>
              </a:extLst>
            </p:cNvPr>
            <p:cNvSpPr/>
            <p:nvPr/>
          </p:nvSpPr>
          <p:spPr>
            <a:xfrm>
              <a:off x="1940442" y="2756463"/>
              <a:ext cx="141104" cy="80865"/>
            </a:xfrm>
            <a:custGeom>
              <a:avLst/>
              <a:gdLst/>
              <a:ahLst/>
              <a:cxnLst/>
              <a:rect l="l" t="t" r="r" b="b"/>
              <a:pathLst>
                <a:path w="2237" h="1282" extrusionOk="0">
                  <a:moveTo>
                    <a:pt x="1125" y="0"/>
                  </a:moveTo>
                  <a:cubicBezTo>
                    <a:pt x="508" y="0"/>
                    <a:pt x="1" y="290"/>
                    <a:pt x="1" y="641"/>
                  </a:cubicBezTo>
                  <a:cubicBezTo>
                    <a:pt x="1" y="991"/>
                    <a:pt x="508" y="1281"/>
                    <a:pt x="1125" y="1281"/>
                  </a:cubicBezTo>
                  <a:cubicBezTo>
                    <a:pt x="1741" y="1281"/>
                    <a:pt x="2237" y="991"/>
                    <a:pt x="2237" y="641"/>
                  </a:cubicBezTo>
                  <a:cubicBezTo>
                    <a:pt x="2237" y="290"/>
                    <a:pt x="1741" y="0"/>
                    <a:pt x="1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" name="Google Shape;2135;p60">
              <a:extLst>
                <a:ext uri="{FF2B5EF4-FFF2-40B4-BE49-F238E27FC236}">
                  <a16:creationId xmlns:a16="http://schemas.microsoft.com/office/drawing/2014/main" id="{EC88D06C-6389-CF6A-35CF-ED0A50B4D4C7}"/>
                </a:ext>
              </a:extLst>
            </p:cNvPr>
            <p:cNvSpPr/>
            <p:nvPr/>
          </p:nvSpPr>
          <p:spPr>
            <a:xfrm>
              <a:off x="2598395" y="2880536"/>
              <a:ext cx="256978" cy="134797"/>
            </a:xfrm>
            <a:custGeom>
              <a:avLst/>
              <a:gdLst/>
              <a:ahLst/>
              <a:cxnLst/>
              <a:rect l="l" t="t" r="r" b="b"/>
              <a:pathLst>
                <a:path w="4074" h="2137" extrusionOk="0">
                  <a:moveTo>
                    <a:pt x="2037" y="0"/>
                  </a:moveTo>
                  <a:cubicBezTo>
                    <a:pt x="1563" y="0"/>
                    <a:pt x="1089" y="106"/>
                    <a:pt x="726" y="317"/>
                  </a:cubicBezTo>
                  <a:cubicBezTo>
                    <a:pt x="1" y="728"/>
                    <a:pt x="1" y="1405"/>
                    <a:pt x="726" y="1828"/>
                  </a:cubicBezTo>
                  <a:cubicBezTo>
                    <a:pt x="1089" y="2034"/>
                    <a:pt x="1563" y="2137"/>
                    <a:pt x="2037" y="2137"/>
                  </a:cubicBezTo>
                  <a:cubicBezTo>
                    <a:pt x="2512" y="2137"/>
                    <a:pt x="2986" y="2034"/>
                    <a:pt x="3349" y="1828"/>
                  </a:cubicBezTo>
                  <a:cubicBezTo>
                    <a:pt x="4074" y="1405"/>
                    <a:pt x="4062" y="728"/>
                    <a:pt x="3349" y="317"/>
                  </a:cubicBezTo>
                  <a:cubicBezTo>
                    <a:pt x="2986" y="106"/>
                    <a:pt x="2512" y="0"/>
                    <a:pt x="2037" y="0"/>
                  </a:cubicBezTo>
                  <a:close/>
                </a:path>
              </a:pathLst>
            </a:custGeom>
            <a:solidFill>
              <a:srgbClr val="C2D6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" name="Google Shape;2136;p60">
              <a:extLst>
                <a:ext uri="{FF2B5EF4-FFF2-40B4-BE49-F238E27FC236}">
                  <a16:creationId xmlns:a16="http://schemas.microsoft.com/office/drawing/2014/main" id="{DDE60C19-03B2-563D-D8B9-542883252A49}"/>
                </a:ext>
              </a:extLst>
            </p:cNvPr>
            <p:cNvSpPr/>
            <p:nvPr/>
          </p:nvSpPr>
          <p:spPr>
            <a:xfrm>
              <a:off x="2843889" y="3022900"/>
              <a:ext cx="256978" cy="134797"/>
            </a:xfrm>
            <a:custGeom>
              <a:avLst/>
              <a:gdLst/>
              <a:ahLst/>
              <a:cxnLst/>
              <a:rect l="l" t="t" r="r" b="b"/>
              <a:pathLst>
                <a:path w="4074" h="2137" extrusionOk="0">
                  <a:moveTo>
                    <a:pt x="2037" y="0"/>
                  </a:moveTo>
                  <a:cubicBezTo>
                    <a:pt x="1563" y="0"/>
                    <a:pt x="1089" y="103"/>
                    <a:pt x="726" y="309"/>
                  </a:cubicBezTo>
                  <a:cubicBezTo>
                    <a:pt x="1" y="732"/>
                    <a:pt x="1" y="1396"/>
                    <a:pt x="726" y="1819"/>
                  </a:cubicBezTo>
                  <a:cubicBezTo>
                    <a:pt x="1089" y="2031"/>
                    <a:pt x="1563" y="2137"/>
                    <a:pt x="2037" y="2137"/>
                  </a:cubicBezTo>
                  <a:cubicBezTo>
                    <a:pt x="2512" y="2137"/>
                    <a:pt x="2986" y="2031"/>
                    <a:pt x="3349" y="1819"/>
                  </a:cubicBezTo>
                  <a:cubicBezTo>
                    <a:pt x="4074" y="1396"/>
                    <a:pt x="4062" y="732"/>
                    <a:pt x="3349" y="309"/>
                  </a:cubicBezTo>
                  <a:cubicBezTo>
                    <a:pt x="2986" y="103"/>
                    <a:pt x="2512" y="0"/>
                    <a:pt x="20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" name="Google Shape;2137;p60">
              <a:extLst>
                <a:ext uri="{FF2B5EF4-FFF2-40B4-BE49-F238E27FC236}">
                  <a16:creationId xmlns:a16="http://schemas.microsoft.com/office/drawing/2014/main" id="{B0F70B5C-EA94-6D27-B7B3-833590C48610}"/>
                </a:ext>
              </a:extLst>
            </p:cNvPr>
            <p:cNvSpPr/>
            <p:nvPr/>
          </p:nvSpPr>
          <p:spPr>
            <a:xfrm>
              <a:off x="3092474" y="3164004"/>
              <a:ext cx="170057" cy="93418"/>
            </a:xfrm>
            <a:custGeom>
              <a:avLst/>
              <a:gdLst/>
              <a:ahLst/>
              <a:cxnLst/>
              <a:rect l="l" t="t" r="r" b="b"/>
              <a:pathLst>
                <a:path w="2696" h="1481" extrusionOk="0">
                  <a:moveTo>
                    <a:pt x="2004" y="1"/>
                  </a:moveTo>
                  <a:cubicBezTo>
                    <a:pt x="1524" y="1"/>
                    <a:pt x="1041" y="105"/>
                    <a:pt x="677" y="308"/>
                  </a:cubicBezTo>
                  <a:cubicBezTo>
                    <a:pt x="133" y="622"/>
                    <a:pt x="0" y="1093"/>
                    <a:pt x="278" y="1480"/>
                  </a:cubicBezTo>
                  <a:lnTo>
                    <a:pt x="2695" y="78"/>
                  </a:lnTo>
                  <a:cubicBezTo>
                    <a:pt x="2476" y="26"/>
                    <a:pt x="2240" y="1"/>
                    <a:pt x="2004" y="1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" name="Google Shape;2138;p60">
              <a:extLst>
                <a:ext uri="{FF2B5EF4-FFF2-40B4-BE49-F238E27FC236}">
                  <a16:creationId xmlns:a16="http://schemas.microsoft.com/office/drawing/2014/main" id="{2855D6FA-D947-9199-8240-5A6B51964056}"/>
                </a:ext>
              </a:extLst>
            </p:cNvPr>
            <p:cNvSpPr/>
            <p:nvPr/>
          </p:nvSpPr>
          <p:spPr>
            <a:xfrm>
              <a:off x="2310197" y="2629867"/>
              <a:ext cx="99221" cy="57274"/>
            </a:xfrm>
            <a:custGeom>
              <a:avLst/>
              <a:gdLst/>
              <a:ahLst/>
              <a:cxnLst/>
              <a:rect l="l" t="t" r="r" b="b"/>
              <a:pathLst>
                <a:path w="1573" h="908" extrusionOk="0">
                  <a:moveTo>
                    <a:pt x="787" y="1"/>
                  </a:moveTo>
                  <a:cubicBezTo>
                    <a:pt x="351" y="1"/>
                    <a:pt x="1" y="206"/>
                    <a:pt x="1" y="448"/>
                  </a:cubicBezTo>
                  <a:cubicBezTo>
                    <a:pt x="1" y="702"/>
                    <a:pt x="351" y="907"/>
                    <a:pt x="787" y="907"/>
                  </a:cubicBezTo>
                  <a:cubicBezTo>
                    <a:pt x="1222" y="907"/>
                    <a:pt x="1572" y="702"/>
                    <a:pt x="1572" y="448"/>
                  </a:cubicBezTo>
                  <a:cubicBezTo>
                    <a:pt x="1572" y="206"/>
                    <a:pt x="1222" y="1"/>
                    <a:pt x="787" y="1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" name="Google Shape;2139;p60">
              <a:extLst>
                <a:ext uri="{FF2B5EF4-FFF2-40B4-BE49-F238E27FC236}">
                  <a16:creationId xmlns:a16="http://schemas.microsoft.com/office/drawing/2014/main" id="{77DE8A73-21C4-753D-EB7E-4E5CBBF3FF48}"/>
                </a:ext>
              </a:extLst>
            </p:cNvPr>
            <p:cNvSpPr/>
            <p:nvPr/>
          </p:nvSpPr>
          <p:spPr>
            <a:xfrm>
              <a:off x="2337699" y="2645132"/>
              <a:ext cx="45037" cy="25988"/>
            </a:xfrm>
            <a:custGeom>
              <a:avLst/>
              <a:gdLst/>
              <a:ahLst/>
              <a:cxnLst/>
              <a:rect l="l" t="t" r="r" b="b"/>
              <a:pathLst>
                <a:path w="714" h="412" extrusionOk="0">
                  <a:moveTo>
                    <a:pt x="12" y="0"/>
                  </a:moveTo>
                  <a:lnTo>
                    <a:pt x="0" y="12"/>
                  </a:lnTo>
                  <a:lnTo>
                    <a:pt x="338" y="206"/>
                  </a:lnTo>
                  <a:lnTo>
                    <a:pt x="0" y="411"/>
                  </a:lnTo>
                  <a:lnTo>
                    <a:pt x="12" y="411"/>
                  </a:lnTo>
                  <a:lnTo>
                    <a:pt x="351" y="218"/>
                  </a:lnTo>
                  <a:lnTo>
                    <a:pt x="689" y="411"/>
                  </a:lnTo>
                  <a:lnTo>
                    <a:pt x="713" y="411"/>
                  </a:lnTo>
                  <a:lnTo>
                    <a:pt x="375" y="206"/>
                  </a:lnTo>
                  <a:lnTo>
                    <a:pt x="713" y="12"/>
                  </a:lnTo>
                  <a:lnTo>
                    <a:pt x="689" y="0"/>
                  </a:lnTo>
                  <a:lnTo>
                    <a:pt x="351" y="19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" name="Google Shape;2140;p60">
              <a:extLst>
                <a:ext uri="{FF2B5EF4-FFF2-40B4-BE49-F238E27FC236}">
                  <a16:creationId xmlns:a16="http://schemas.microsoft.com/office/drawing/2014/main" id="{377A80DC-2C7E-DAF2-C590-52C3851B7365}"/>
                </a:ext>
              </a:extLst>
            </p:cNvPr>
            <p:cNvSpPr/>
            <p:nvPr/>
          </p:nvSpPr>
          <p:spPr>
            <a:xfrm>
              <a:off x="2130302" y="2820486"/>
              <a:ext cx="690825" cy="398776"/>
            </a:xfrm>
            <a:custGeom>
              <a:avLst/>
              <a:gdLst/>
              <a:ahLst/>
              <a:cxnLst/>
              <a:rect l="l" t="t" r="r" b="b"/>
              <a:pathLst>
                <a:path w="10952" h="6322" extrusionOk="0">
                  <a:moveTo>
                    <a:pt x="303" y="0"/>
                  </a:moveTo>
                  <a:lnTo>
                    <a:pt x="0" y="170"/>
                  </a:lnTo>
                  <a:lnTo>
                    <a:pt x="10649" y="6322"/>
                  </a:lnTo>
                  <a:lnTo>
                    <a:pt x="10951" y="614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" name="Google Shape;2141;p60">
              <a:extLst>
                <a:ext uri="{FF2B5EF4-FFF2-40B4-BE49-F238E27FC236}">
                  <a16:creationId xmlns:a16="http://schemas.microsoft.com/office/drawing/2014/main" id="{8C2D6A3A-01DB-4364-6A93-1C024F506321}"/>
                </a:ext>
              </a:extLst>
            </p:cNvPr>
            <p:cNvSpPr/>
            <p:nvPr/>
          </p:nvSpPr>
          <p:spPr>
            <a:xfrm>
              <a:off x="2092204" y="2842563"/>
              <a:ext cx="690762" cy="398839"/>
            </a:xfrm>
            <a:custGeom>
              <a:avLst/>
              <a:gdLst/>
              <a:ahLst/>
              <a:cxnLst/>
              <a:rect l="l" t="t" r="r" b="b"/>
              <a:pathLst>
                <a:path w="10951" h="6323" extrusionOk="0">
                  <a:moveTo>
                    <a:pt x="302" y="1"/>
                  </a:moveTo>
                  <a:lnTo>
                    <a:pt x="0" y="170"/>
                  </a:lnTo>
                  <a:lnTo>
                    <a:pt x="10649" y="6322"/>
                  </a:lnTo>
                  <a:lnTo>
                    <a:pt x="10951" y="6141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" name="Google Shape;2142;p60">
              <a:extLst>
                <a:ext uri="{FF2B5EF4-FFF2-40B4-BE49-F238E27FC236}">
                  <a16:creationId xmlns:a16="http://schemas.microsoft.com/office/drawing/2014/main" id="{8C7E89CD-5489-15FC-058E-1F61FE793EA5}"/>
                </a:ext>
              </a:extLst>
            </p:cNvPr>
            <p:cNvSpPr/>
            <p:nvPr/>
          </p:nvSpPr>
          <p:spPr>
            <a:xfrm>
              <a:off x="2054043" y="2864703"/>
              <a:ext cx="690825" cy="398776"/>
            </a:xfrm>
            <a:custGeom>
              <a:avLst/>
              <a:gdLst/>
              <a:ahLst/>
              <a:cxnLst/>
              <a:rect l="l" t="t" r="r" b="b"/>
              <a:pathLst>
                <a:path w="10952" h="6322" extrusionOk="0">
                  <a:moveTo>
                    <a:pt x="303" y="0"/>
                  </a:moveTo>
                  <a:lnTo>
                    <a:pt x="1" y="170"/>
                  </a:lnTo>
                  <a:lnTo>
                    <a:pt x="10649" y="6322"/>
                  </a:lnTo>
                  <a:lnTo>
                    <a:pt x="10951" y="614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8" name="Google Shape;2143;p60">
              <a:extLst>
                <a:ext uri="{FF2B5EF4-FFF2-40B4-BE49-F238E27FC236}">
                  <a16:creationId xmlns:a16="http://schemas.microsoft.com/office/drawing/2014/main" id="{1CF9EE59-5272-6CB2-C208-BCC7F906A4BD}"/>
                </a:ext>
              </a:extLst>
            </p:cNvPr>
            <p:cNvSpPr/>
            <p:nvPr/>
          </p:nvSpPr>
          <p:spPr>
            <a:xfrm>
              <a:off x="2891954" y="3260953"/>
              <a:ext cx="19869" cy="10345"/>
            </a:xfrm>
            <a:custGeom>
              <a:avLst/>
              <a:gdLst/>
              <a:ahLst/>
              <a:cxnLst/>
              <a:rect l="l" t="t" r="r" b="b"/>
              <a:pathLst>
                <a:path w="315" h="164" extrusionOk="0">
                  <a:moveTo>
                    <a:pt x="159" y="1"/>
                  </a:moveTo>
                  <a:cubicBezTo>
                    <a:pt x="124" y="1"/>
                    <a:pt x="91" y="10"/>
                    <a:pt x="61" y="28"/>
                  </a:cubicBezTo>
                  <a:cubicBezTo>
                    <a:pt x="0" y="40"/>
                    <a:pt x="0" y="112"/>
                    <a:pt x="61" y="136"/>
                  </a:cubicBezTo>
                  <a:cubicBezTo>
                    <a:pt x="91" y="155"/>
                    <a:pt x="124" y="164"/>
                    <a:pt x="159" y="164"/>
                  </a:cubicBezTo>
                  <a:cubicBezTo>
                    <a:pt x="194" y="164"/>
                    <a:pt x="230" y="155"/>
                    <a:pt x="266" y="136"/>
                  </a:cubicBezTo>
                  <a:cubicBezTo>
                    <a:pt x="314" y="112"/>
                    <a:pt x="314" y="40"/>
                    <a:pt x="266" y="28"/>
                  </a:cubicBezTo>
                  <a:cubicBezTo>
                    <a:pt x="230" y="10"/>
                    <a:pt x="194" y="1"/>
                    <a:pt x="159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9" name="Google Shape;2144;p60">
              <a:extLst>
                <a:ext uri="{FF2B5EF4-FFF2-40B4-BE49-F238E27FC236}">
                  <a16:creationId xmlns:a16="http://schemas.microsoft.com/office/drawing/2014/main" id="{DA8A03A0-E499-0789-49E6-7C8203A79A33}"/>
                </a:ext>
              </a:extLst>
            </p:cNvPr>
            <p:cNvSpPr/>
            <p:nvPr/>
          </p:nvSpPr>
          <p:spPr>
            <a:xfrm>
              <a:off x="2916301" y="3274704"/>
              <a:ext cx="19932" cy="10345"/>
            </a:xfrm>
            <a:custGeom>
              <a:avLst/>
              <a:gdLst/>
              <a:ahLst/>
              <a:cxnLst/>
              <a:rect l="l" t="t" r="r" b="b"/>
              <a:pathLst>
                <a:path w="316" h="164" extrusionOk="0">
                  <a:moveTo>
                    <a:pt x="158" y="0"/>
                  </a:moveTo>
                  <a:cubicBezTo>
                    <a:pt x="125" y="0"/>
                    <a:pt x="92" y="9"/>
                    <a:pt x="61" y="27"/>
                  </a:cubicBezTo>
                  <a:cubicBezTo>
                    <a:pt x="1" y="39"/>
                    <a:pt x="1" y="112"/>
                    <a:pt x="61" y="136"/>
                  </a:cubicBezTo>
                  <a:cubicBezTo>
                    <a:pt x="92" y="154"/>
                    <a:pt x="125" y="163"/>
                    <a:pt x="158" y="163"/>
                  </a:cubicBezTo>
                  <a:cubicBezTo>
                    <a:pt x="191" y="163"/>
                    <a:pt x="225" y="154"/>
                    <a:pt x="255" y="136"/>
                  </a:cubicBezTo>
                  <a:cubicBezTo>
                    <a:pt x="315" y="112"/>
                    <a:pt x="315" y="39"/>
                    <a:pt x="255" y="27"/>
                  </a:cubicBezTo>
                  <a:cubicBezTo>
                    <a:pt x="225" y="9"/>
                    <a:pt x="191" y="0"/>
                    <a:pt x="158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0" name="Google Shape;2145;p60">
              <a:extLst>
                <a:ext uri="{FF2B5EF4-FFF2-40B4-BE49-F238E27FC236}">
                  <a16:creationId xmlns:a16="http://schemas.microsoft.com/office/drawing/2014/main" id="{537A6D68-47B4-0CDB-049F-A48B0A669C44}"/>
                </a:ext>
              </a:extLst>
            </p:cNvPr>
            <p:cNvSpPr/>
            <p:nvPr/>
          </p:nvSpPr>
          <p:spPr>
            <a:xfrm>
              <a:off x="2939955" y="3288392"/>
              <a:ext cx="19869" cy="10534"/>
            </a:xfrm>
            <a:custGeom>
              <a:avLst/>
              <a:gdLst/>
              <a:ahLst/>
              <a:cxnLst/>
              <a:rect l="l" t="t" r="r" b="b"/>
              <a:pathLst>
                <a:path w="315" h="167" extrusionOk="0">
                  <a:moveTo>
                    <a:pt x="152" y="1"/>
                  </a:moveTo>
                  <a:cubicBezTo>
                    <a:pt x="115" y="1"/>
                    <a:pt x="79" y="10"/>
                    <a:pt x="49" y="28"/>
                  </a:cubicBezTo>
                  <a:cubicBezTo>
                    <a:pt x="1" y="64"/>
                    <a:pt x="1" y="112"/>
                    <a:pt x="49" y="149"/>
                  </a:cubicBezTo>
                  <a:cubicBezTo>
                    <a:pt x="79" y="161"/>
                    <a:pt x="115" y="167"/>
                    <a:pt x="152" y="167"/>
                  </a:cubicBezTo>
                  <a:cubicBezTo>
                    <a:pt x="188" y="167"/>
                    <a:pt x="224" y="161"/>
                    <a:pt x="254" y="149"/>
                  </a:cubicBezTo>
                  <a:cubicBezTo>
                    <a:pt x="315" y="112"/>
                    <a:pt x="315" y="52"/>
                    <a:pt x="254" y="28"/>
                  </a:cubicBezTo>
                  <a:cubicBezTo>
                    <a:pt x="224" y="10"/>
                    <a:pt x="188" y="1"/>
                    <a:pt x="152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1" name="Google Shape;2146;p60">
              <a:extLst>
                <a:ext uri="{FF2B5EF4-FFF2-40B4-BE49-F238E27FC236}">
                  <a16:creationId xmlns:a16="http://schemas.microsoft.com/office/drawing/2014/main" id="{2D68A035-976A-C04D-AD39-7FA17B150CDA}"/>
                </a:ext>
              </a:extLst>
            </p:cNvPr>
            <p:cNvSpPr/>
            <p:nvPr/>
          </p:nvSpPr>
          <p:spPr>
            <a:xfrm>
              <a:off x="1284822" y="2799103"/>
              <a:ext cx="1558393" cy="899737"/>
            </a:xfrm>
            <a:custGeom>
              <a:avLst/>
              <a:gdLst/>
              <a:ahLst/>
              <a:cxnLst/>
              <a:rect l="l" t="t" r="r" b="b"/>
              <a:pathLst>
                <a:path w="24706" h="14264" extrusionOk="0">
                  <a:moveTo>
                    <a:pt x="8038" y="1"/>
                  </a:moveTo>
                  <a:lnTo>
                    <a:pt x="0" y="4642"/>
                  </a:lnTo>
                  <a:lnTo>
                    <a:pt x="16668" y="14263"/>
                  </a:lnTo>
                  <a:lnTo>
                    <a:pt x="24706" y="9622"/>
                  </a:lnTo>
                  <a:lnTo>
                    <a:pt x="80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2" name="Google Shape;2147;p60">
              <a:extLst>
                <a:ext uri="{FF2B5EF4-FFF2-40B4-BE49-F238E27FC236}">
                  <a16:creationId xmlns:a16="http://schemas.microsoft.com/office/drawing/2014/main" id="{E67E4EA3-2BD0-48F7-AF3C-A51FDB3C1521}"/>
                </a:ext>
              </a:extLst>
            </p:cNvPr>
            <p:cNvSpPr/>
            <p:nvPr/>
          </p:nvSpPr>
          <p:spPr>
            <a:xfrm>
              <a:off x="3386727" y="2696603"/>
              <a:ext cx="103762" cy="54184"/>
            </a:xfrm>
            <a:custGeom>
              <a:avLst/>
              <a:gdLst/>
              <a:ahLst/>
              <a:cxnLst/>
              <a:rect l="l" t="t" r="r" b="b"/>
              <a:pathLst>
                <a:path w="1645" h="859" extrusionOk="0">
                  <a:moveTo>
                    <a:pt x="822" y="0"/>
                  </a:moveTo>
                  <a:cubicBezTo>
                    <a:pt x="641" y="0"/>
                    <a:pt x="460" y="43"/>
                    <a:pt x="291" y="127"/>
                  </a:cubicBezTo>
                  <a:cubicBezTo>
                    <a:pt x="1" y="284"/>
                    <a:pt x="1" y="562"/>
                    <a:pt x="291" y="731"/>
                  </a:cubicBezTo>
                  <a:cubicBezTo>
                    <a:pt x="460" y="816"/>
                    <a:pt x="641" y="858"/>
                    <a:pt x="822" y="858"/>
                  </a:cubicBezTo>
                  <a:cubicBezTo>
                    <a:pt x="1004" y="858"/>
                    <a:pt x="1185" y="816"/>
                    <a:pt x="1354" y="731"/>
                  </a:cubicBezTo>
                  <a:cubicBezTo>
                    <a:pt x="1644" y="562"/>
                    <a:pt x="1644" y="284"/>
                    <a:pt x="1354" y="127"/>
                  </a:cubicBezTo>
                  <a:cubicBezTo>
                    <a:pt x="1185" y="43"/>
                    <a:pt x="1004" y="0"/>
                    <a:pt x="822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3" name="Google Shape;2148;p60">
              <a:extLst>
                <a:ext uri="{FF2B5EF4-FFF2-40B4-BE49-F238E27FC236}">
                  <a16:creationId xmlns:a16="http://schemas.microsoft.com/office/drawing/2014/main" id="{7842A318-AD23-3502-1B07-79B9E872E913}"/>
                </a:ext>
              </a:extLst>
            </p:cNvPr>
            <p:cNvSpPr/>
            <p:nvPr/>
          </p:nvSpPr>
          <p:spPr>
            <a:xfrm>
              <a:off x="3404262" y="2704614"/>
              <a:ext cx="44280" cy="29016"/>
            </a:xfrm>
            <a:custGeom>
              <a:avLst/>
              <a:gdLst/>
              <a:ahLst/>
              <a:cxnLst/>
              <a:rect l="l" t="t" r="r" b="b"/>
              <a:pathLst>
                <a:path w="702" h="460" extrusionOk="0">
                  <a:moveTo>
                    <a:pt x="484" y="0"/>
                  </a:moveTo>
                  <a:lnTo>
                    <a:pt x="424" y="36"/>
                  </a:lnTo>
                  <a:lnTo>
                    <a:pt x="569" y="97"/>
                  </a:lnTo>
                  <a:lnTo>
                    <a:pt x="182" y="326"/>
                  </a:lnTo>
                  <a:lnTo>
                    <a:pt x="61" y="254"/>
                  </a:lnTo>
                  <a:lnTo>
                    <a:pt x="1" y="290"/>
                  </a:lnTo>
                  <a:lnTo>
                    <a:pt x="303" y="459"/>
                  </a:lnTo>
                  <a:lnTo>
                    <a:pt x="363" y="423"/>
                  </a:lnTo>
                  <a:lnTo>
                    <a:pt x="242" y="363"/>
                  </a:lnTo>
                  <a:lnTo>
                    <a:pt x="702" y="97"/>
                  </a:lnTo>
                  <a:lnTo>
                    <a:pt x="641" y="6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4" name="Google Shape;2149;p60">
              <a:extLst>
                <a:ext uri="{FF2B5EF4-FFF2-40B4-BE49-F238E27FC236}">
                  <a16:creationId xmlns:a16="http://schemas.microsoft.com/office/drawing/2014/main" id="{0A26183E-35FE-1B3A-F33B-2D210761DD0E}"/>
                </a:ext>
              </a:extLst>
            </p:cNvPr>
            <p:cNvSpPr/>
            <p:nvPr/>
          </p:nvSpPr>
          <p:spPr>
            <a:xfrm>
              <a:off x="3430944" y="2720572"/>
              <a:ext cx="48128" cy="29079"/>
            </a:xfrm>
            <a:custGeom>
              <a:avLst/>
              <a:gdLst/>
              <a:ahLst/>
              <a:cxnLst/>
              <a:rect l="l" t="t" r="r" b="b"/>
              <a:pathLst>
                <a:path w="763" h="461" extrusionOk="0">
                  <a:moveTo>
                    <a:pt x="496" y="1"/>
                  </a:moveTo>
                  <a:lnTo>
                    <a:pt x="424" y="37"/>
                  </a:lnTo>
                  <a:cubicBezTo>
                    <a:pt x="460" y="49"/>
                    <a:pt x="496" y="49"/>
                    <a:pt x="532" y="61"/>
                  </a:cubicBezTo>
                  <a:cubicBezTo>
                    <a:pt x="569" y="73"/>
                    <a:pt x="593" y="86"/>
                    <a:pt x="617" y="98"/>
                  </a:cubicBezTo>
                  <a:cubicBezTo>
                    <a:pt x="641" y="110"/>
                    <a:pt x="665" y="134"/>
                    <a:pt x="665" y="158"/>
                  </a:cubicBezTo>
                  <a:cubicBezTo>
                    <a:pt x="665" y="170"/>
                    <a:pt x="653" y="194"/>
                    <a:pt x="629" y="206"/>
                  </a:cubicBezTo>
                  <a:cubicBezTo>
                    <a:pt x="605" y="219"/>
                    <a:pt x="593" y="231"/>
                    <a:pt x="557" y="231"/>
                  </a:cubicBezTo>
                  <a:cubicBezTo>
                    <a:pt x="532" y="231"/>
                    <a:pt x="496" y="243"/>
                    <a:pt x="448" y="243"/>
                  </a:cubicBezTo>
                  <a:lnTo>
                    <a:pt x="61" y="243"/>
                  </a:lnTo>
                  <a:lnTo>
                    <a:pt x="1" y="279"/>
                  </a:lnTo>
                  <a:lnTo>
                    <a:pt x="327" y="460"/>
                  </a:lnTo>
                  <a:lnTo>
                    <a:pt x="387" y="436"/>
                  </a:lnTo>
                  <a:lnTo>
                    <a:pt x="146" y="291"/>
                  </a:lnTo>
                  <a:lnTo>
                    <a:pt x="520" y="291"/>
                  </a:lnTo>
                  <a:cubicBezTo>
                    <a:pt x="569" y="279"/>
                    <a:pt x="605" y="279"/>
                    <a:pt x="629" y="279"/>
                  </a:cubicBezTo>
                  <a:cubicBezTo>
                    <a:pt x="653" y="267"/>
                    <a:pt x="677" y="255"/>
                    <a:pt x="702" y="243"/>
                  </a:cubicBezTo>
                  <a:cubicBezTo>
                    <a:pt x="750" y="219"/>
                    <a:pt x="762" y="194"/>
                    <a:pt x="762" y="158"/>
                  </a:cubicBezTo>
                  <a:cubicBezTo>
                    <a:pt x="750" y="122"/>
                    <a:pt x="726" y="86"/>
                    <a:pt x="677" y="61"/>
                  </a:cubicBezTo>
                  <a:cubicBezTo>
                    <a:pt x="653" y="49"/>
                    <a:pt x="629" y="37"/>
                    <a:pt x="593" y="25"/>
                  </a:cubicBezTo>
                  <a:cubicBezTo>
                    <a:pt x="569" y="13"/>
                    <a:pt x="532" y="1"/>
                    <a:pt x="496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5" name="Google Shape;2150;p60">
              <a:extLst>
                <a:ext uri="{FF2B5EF4-FFF2-40B4-BE49-F238E27FC236}">
                  <a16:creationId xmlns:a16="http://schemas.microsoft.com/office/drawing/2014/main" id="{9EEC81E8-DE08-45EF-7948-2590DD01E489}"/>
                </a:ext>
              </a:extLst>
            </p:cNvPr>
            <p:cNvSpPr/>
            <p:nvPr/>
          </p:nvSpPr>
          <p:spPr>
            <a:xfrm>
              <a:off x="3618471" y="2830011"/>
              <a:ext cx="103762" cy="54184"/>
            </a:xfrm>
            <a:custGeom>
              <a:avLst/>
              <a:gdLst/>
              <a:ahLst/>
              <a:cxnLst/>
              <a:rect l="l" t="t" r="r" b="b"/>
              <a:pathLst>
                <a:path w="1645" h="859" extrusionOk="0">
                  <a:moveTo>
                    <a:pt x="823" y="0"/>
                  </a:moveTo>
                  <a:cubicBezTo>
                    <a:pt x="642" y="0"/>
                    <a:pt x="460" y="43"/>
                    <a:pt x="291" y="127"/>
                  </a:cubicBezTo>
                  <a:cubicBezTo>
                    <a:pt x="1" y="297"/>
                    <a:pt x="1" y="562"/>
                    <a:pt x="291" y="732"/>
                  </a:cubicBezTo>
                  <a:cubicBezTo>
                    <a:pt x="460" y="816"/>
                    <a:pt x="642" y="859"/>
                    <a:pt x="823" y="859"/>
                  </a:cubicBezTo>
                  <a:cubicBezTo>
                    <a:pt x="1004" y="859"/>
                    <a:pt x="1185" y="816"/>
                    <a:pt x="1355" y="732"/>
                  </a:cubicBezTo>
                  <a:cubicBezTo>
                    <a:pt x="1645" y="562"/>
                    <a:pt x="1645" y="297"/>
                    <a:pt x="1355" y="127"/>
                  </a:cubicBezTo>
                  <a:cubicBezTo>
                    <a:pt x="1185" y="43"/>
                    <a:pt x="1004" y="0"/>
                    <a:pt x="823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6" name="Google Shape;2151;p60">
              <a:extLst>
                <a:ext uri="{FF2B5EF4-FFF2-40B4-BE49-F238E27FC236}">
                  <a16:creationId xmlns:a16="http://schemas.microsoft.com/office/drawing/2014/main" id="{01ECD65C-6236-56AF-EB55-CF6944E67EA2}"/>
                </a:ext>
              </a:extLst>
            </p:cNvPr>
            <p:cNvSpPr/>
            <p:nvPr/>
          </p:nvSpPr>
          <p:spPr>
            <a:xfrm>
              <a:off x="3652785" y="2848682"/>
              <a:ext cx="51156" cy="25231"/>
            </a:xfrm>
            <a:custGeom>
              <a:avLst/>
              <a:gdLst/>
              <a:ahLst/>
              <a:cxnLst/>
              <a:rect l="l" t="t" r="r" b="b"/>
              <a:pathLst>
                <a:path w="811" h="400" extrusionOk="0">
                  <a:moveTo>
                    <a:pt x="654" y="49"/>
                  </a:moveTo>
                  <a:lnTo>
                    <a:pt x="339" y="230"/>
                  </a:lnTo>
                  <a:lnTo>
                    <a:pt x="134" y="121"/>
                  </a:lnTo>
                  <a:lnTo>
                    <a:pt x="654" y="49"/>
                  </a:lnTo>
                  <a:close/>
                  <a:moveTo>
                    <a:pt x="702" y="1"/>
                  </a:moveTo>
                  <a:lnTo>
                    <a:pt x="73" y="73"/>
                  </a:lnTo>
                  <a:lnTo>
                    <a:pt x="1" y="121"/>
                  </a:lnTo>
                  <a:lnTo>
                    <a:pt x="267" y="266"/>
                  </a:lnTo>
                  <a:lnTo>
                    <a:pt x="134" y="351"/>
                  </a:lnTo>
                  <a:lnTo>
                    <a:pt x="206" y="399"/>
                  </a:lnTo>
                  <a:lnTo>
                    <a:pt x="351" y="315"/>
                  </a:lnTo>
                  <a:lnTo>
                    <a:pt x="436" y="363"/>
                  </a:lnTo>
                  <a:lnTo>
                    <a:pt x="508" y="327"/>
                  </a:lnTo>
                  <a:lnTo>
                    <a:pt x="412" y="279"/>
                  </a:lnTo>
                  <a:lnTo>
                    <a:pt x="811" y="61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7" name="Google Shape;2152;p60">
              <a:extLst>
                <a:ext uri="{FF2B5EF4-FFF2-40B4-BE49-F238E27FC236}">
                  <a16:creationId xmlns:a16="http://schemas.microsoft.com/office/drawing/2014/main" id="{A7FAD54A-351D-93C9-A242-C9486072F830}"/>
                </a:ext>
              </a:extLst>
            </p:cNvPr>
            <p:cNvSpPr/>
            <p:nvPr/>
          </p:nvSpPr>
          <p:spPr>
            <a:xfrm>
              <a:off x="2991047" y="2467886"/>
              <a:ext cx="103762" cy="54184"/>
            </a:xfrm>
            <a:custGeom>
              <a:avLst/>
              <a:gdLst/>
              <a:ahLst/>
              <a:cxnLst/>
              <a:rect l="l" t="t" r="r" b="b"/>
              <a:pathLst>
                <a:path w="1645" h="859" extrusionOk="0">
                  <a:moveTo>
                    <a:pt x="818" y="0"/>
                  </a:moveTo>
                  <a:cubicBezTo>
                    <a:pt x="635" y="0"/>
                    <a:pt x="454" y="42"/>
                    <a:pt x="291" y="127"/>
                  </a:cubicBezTo>
                  <a:cubicBezTo>
                    <a:pt x="0" y="284"/>
                    <a:pt x="0" y="562"/>
                    <a:pt x="291" y="731"/>
                  </a:cubicBezTo>
                  <a:cubicBezTo>
                    <a:pt x="460" y="816"/>
                    <a:pt x="641" y="858"/>
                    <a:pt x="822" y="858"/>
                  </a:cubicBezTo>
                  <a:cubicBezTo>
                    <a:pt x="1004" y="858"/>
                    <a:pt x="1185" y="816"/>
                    <a:pt x="1354" y="731"/>
                  </a:cubicBezTo>
                  <a:cubicBezTo>
                    <a:pt x="1644" y="562"/>
                    <a:pt x="1644" y="284"/>
                    <a:pt x="1354" y="127"/>
                  </a:cubicBezTo>
                  <a:cubicBezTo>
                    <a:pt x="1185" y="42"/>
                    <a:pt x="1001" y="0"/>
                    <a:pt x="818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8" name="Google Shape;2153;p60">
              <a:extLst>
                <a:ext uri="{FF2B5EF4-FFF2-40B4-BE49-F238E27FC236}">
                  <a16:creationId xmlns:a16="http://schemas.microsoft.com/office/drawing/2014/main" id="{47C6F31C-01E6-2332-92EA-AC571C35B5BD}"/>
                </a:ext>
              </a:extLst>
            </p:cNvPr>
            <p:cNvSpPr/>
            <p:nvPr/>
          </p:nvSpPr>
          <p:spPr>
            <a:xfrm>
              <a:off x="3018485" y="2478924"/>
              <a:ext cx="55697" cy="31286"/>
            </a:xfrm>
            <a:custGeom>
              <a:avLst/>
              <a:gdLst/>
              <a:ahLst/>
              <a:cxnLst/>
              <a:rect l="l" t="t" r="r" b="b"/>
              <a:pathLst>
                <a:path w="883" h="496" extrusionOk="0">
                  <a:moveTo>
                    <a:pt x="593" y="0"/>
                  </a:moveTo>
                  <a:lnTo>
                    <a:pt x="520" y="49"/>
                  </a:lnTo>
                  <a:cubicBezTo>
                    <a:pt x="557" y="61"/>
                    <a:pt x="593" y="61"/>
                    <a:pt x="617" y="73"/>
                  </a:cubicBezTo>
                  <a:cubicBezTo>
                    <a:pt x="653" y="85"/>
                    <a:pt x="677" y="97"/>
                    <a:pt x="702" y="121"/>
                  </a:cubicBezTo>
                  <a:cubicBezTo>
                    <a:pt x="738" y="133"/>
                    <a:pt x="762" y="158"/>
                    <a:pt x="774" y="182"/>
                  </a:cubicBezTo>
                  <a:cubicBezTo>
                    <a:pt x="774" y="206"/>
                    <a:pt x="762" y="230"/>
                    <a:pt x="726" y="242"/>
                  </a:cubicBezTo>
                  <a:cubicBezTo>
                    <a:pt x="702" y="254"/>
                    <a:pt x="665" y="266"/>
                    <a:pt x="629" y="266"/>
                  </a:cubicBezTo>
                  <a:cubicBezTo>
                    <a:pt x="593" y="266"/>
                    <a:pt x="557" y="242"/>
                    <a:pt x="520" y="230"/>
                  </a:cubicBezTo>
                  <a:lnTo>
                    <a:pt x="448" y="182"/>
                  </a:lnTo>
                  <a:lnTo>
                    <a:pt x="375" y="218"/>
                  </a:lnTo>
                  <a:lnTo>
                    <a:pt x="448" y="266"/>
                  </a:lnTo>
                  <a:cubicBezTo>
                    <a:pt x="484" y="290"/>
                    <a:pt x="520" y="315"/>
                    <a:pt x="520" y="339"/>
                  </a:cubicBezTo>
                  <a:cubicBezTo>
                    <a:pt x="520" y="363"/>
                    <a:pt x="508" y="387"/>
                    <a:pt x="472" y="411"/>
                  </a:cubicBezTo>
                  <a:cubicBezTo>
                    <a:pt x="436" y="423"/>
                    <a:pt x="387" y="436"/>
                    <a:pt x="351" y="436"/>
                  </a:cubicBezTo>
                  <a:cubicBezTo>
                    <a:pt x="303" y="436"/>
                    <a:pt x="254" y="411"/>
                    <a:pt x="206" y="387"/>
                  </a:cubicBezTo>
                  <a:cubicBezTo>
                    <a:pt x="170" y="363"/>
                    <a:pt x="146" y="351"/>
                    <a:pt x="121" y="327"/>
                  </a:cubicBezTo>
                  <a:cubicBezTo>
                    <a:pt x="109" y="315"/>
                    <a:pt x="97" y="290"/>
                    <a:pt x="85" y="266"/>
                  </a:cubicBezTo>
                  <a:lnTo>
                    <a:pt x="1" y="315"/>
                  </a:lnTo>
                  <a:cubicBezTo>
                    <a:pt x="25" y="339"/>
                    <a:pt x="49" y="363"/>
                    <a:pt x="61" y="375"/>
                  </a:cubicBezTo>
                  <a:cubicBezTo>
                    <a:pt x="85" y="399"/>
                    <a:pt x="109" y="411"/>
                    <a:pt x="134" y="423"/>
                  </a:cubicBezTo>
                  <a:cubicBezTo>
                    <a:pt x="206" y="472"/>
                    <a:pt x="279" y="496"/>
                    <a:pt x="351" y="496"/>
                  </a:cubicBezTo>
                  <a:cubicBezTo>
                    <a:pt x="424" y="496"/>
                    <a:pt x="496" y="484"/>
                    <a:pt x="557" y="448"/>
                  </a:cubicBezTo>
                  <a:cubicBezTo>
                    <a:pt x="593" y="436"/>
                    <a:pt x="617" y="411"/>
                    <a:pt x="617" y="375"/>
                  </a:cubicBezTo>
                  <a:cubicBezTo>
                    <a:pt x="617" y="351"/>
                    <a:pt x="605" y="327"/>
                    <a:pt x="581" y="290"/>
                  </a:cubicBezTo>
                  <a:lnTo>
                    <a:pt x="581" y="290"/>
                  </a:lnTo>
                  <a:cubicBezTo>
                    <a:pt x="617" y="315"/>
                    <a:pt x="665" y="315"/>
                    <a:pt x="702" y="315"/>
                  </a:cubicBezTo>
                  <a:cubicBezTo>
                    <a:pt x="750" y="315"/>
                    <a:pt x="786" y="303"/>
                    <a:pt x="822" y="278"/>
                  </a:cubicBezTo>
                  <a:cubicBezTo>
                    <a:pt x="871" y="254"/>
                    <a:pt x="883" y="230"/>
                    <a:pt x="883" y="194"/>
                  </a:cubicBezTo>
                  <a:cubicBezTo>
                    <a:pt x="871" y="158"/>
                    <a:pt x="835" y="121"/>
                    <a:pt x="774" y="85"/>
                  </a:cubicBezTo>
                  <a:cubicBezTo>
                    <a:pt x="750" y="61"/>
                    <a:pt x="726" y="49"/>
                    <a:pt x="690" y="37"/>
                  </a:cubicBezTo>
                  <a:cubicBezTo>
                    <a:pt x="665" y="25"/>
                    <a:pt x="629" y="13"/>
                    <a:pt x="59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9" name="Google Shape;2154;p60">
              <a:extLst>
                <a:ext uri="{FF2B5EF4-FFF2-40B4-BE49-F238E27FC236}">
                  <a16:creationId xmlns:a16="http://schemas.microsoft.com/office/drawing/2014/main" id="{E97729EF-69D6-D00E-D587-F18C80902219}"/>
                </a:ext>
              </a:extLst>
            </p:cNvPr>
            <p:cNvSpPr/>
            <p:nvPr/>
          </p:nvSpPr>
          <p:spPr>
            <a:xfrm>
              <a:off x="2808062" y="2361916"/>
              <a:ext cx="103762" cy="54184"/>
            </a:xfrm>
            <a:custGeom>
              <a:avLst/>
              <a:gdLst/>
              <a:ahLst/>
              <a:cxnLst/>
              <a:rect l="l" t="t" r="r" b="b"/>
              <a:pathLst>
                <a:path w="1645" h="859" extrusionOk="0">
                  <a:moveTo>
                    <a:pt x="816" y="0"/>
                  </a:moveTo>
                  <a:cubicBezTo>
                    <a:pt x="635" y="0"/>
                    <a:pt x="454" y="42"/>
                    <a:pt x="291" y="127"/>
                  </a:cubicBezTo>
                  <a:cubicBezTo>
                    <a:pt x="1" y="296"/>
                    <a:pt x="1" y="562"/>
                    <a:pt x="291" y="731"/>
                  </a:cubicBezTo>
                  <a:cubicBezTo>
                    <a:pt x="454" y="816"/>
                    <a:pt x="635" y="858"/>
                    <a:pt x="816" y="858"/>
                  </a:cubicBezTo>
                  <a:cubicBezTo>
                    <a:pt x="998" y="858"/>
                    <a:pt x="1179" y="816"/>
                    <a:pt x="1342" y="731"/>
                  </a:cubicBezTo>
                  <a:cubicBezTo>
                    <a:pt x="1644" y="562"/>
                    <a:pt x="1644" y="296"/>
                    <a:pt x="1342" y="127"/>
                  </a:cubicBezTo>
                  <a:cubicBezTo>
                    <a:pt x="1179" y="42"/>
                    <a:pt x="998" y="0"/>
                    <a:pt x="816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0" name="Google Shape;2155;p60">
              <a:extLst>
                <a:ext uri="{FF2B5EF4-FFF2-40B4-BE49-F238E27FC236}">
                  <a16:creationId xmlns:a16="http://schemas.microsoft.com/office/drawing/2014/main" id="{D0B9E314-3075-25F0-3694-C9B31EBA3DEE}"/>
                </a:ext>
              </a:extLst>
            </p:cNvPr>
            <p:cNvSpPr/>
            <p:nvPr/>
          </p:nvSpPr>
          <p:spPr>
            <a:xfrm>
              <a:off x="2839348" y="2375225"/>
              <a:ext cx="52670" cy="30025"/>
            </a:xfrm>
            <a:custGeom>
              <a:avLst/>
              <a:gdLst/>
              <a:ahLst/>
              <a:cxnLst/>
              <a:rect l="l" t="t" r="r" b="b"/>
              <a:pathLst>
                <a:path w="835" h="476" extrusionOk="0">
                  <a:moveTo>
                    <a:pt x="556" y="61"/>
                  </a:moveTo>
                  <a:cubicBezTo>
                    <a:pt x="592" y="61"/>
                    <a:pt x="629" y="73"/>
                    <a:pt x="665" y="97"/>
                  </a:cubicBezTo>
                  <a:cubicBezTo>
                    <a:pt x="701" y="121"/>
                    <a:pt x="713" y="134"/>
                    <a:pt x="725" y="158"/>
                  </a:cubicBezTo>
                  <a:cubicBezTo>
                    <a:pt x="725" y="182"/>
                    <a:pt x="713" y="194"/>
                    <a:pt x="677" y="218"/>
                  </a:cubicBezTo>
                  <a:cubicBezTo>
                    <a:pt x="641" y="230"/>
                    <a:pt x="617" y="242"/>
                    <a:pt x="580" y="242"/>
                  </a:cubicBezTo>
                  <a:cubicBezTo>
                    <a:pt x="544" y="242"/>
                    <a:pt x="508" y="230"/>
                    <a:pt x="472" y="206"/>
                  </a:cubicBezTo>
                  <a:cubicBezTo>
                    <a:pt x="435" y="194"/>
                    <a:pt x="411" y="170"/>
                    <a:pt x="411" y="146"/>
                  </a:cubicBezTo>
                  <a:cubicBezTo>
                    <a:pt x="411" y="121"/>
                    <a:pt x="423" y="109"/>
                    <a:pt x="459" y="85"/>
                  </a:cubicBezTo>
                  <a:cubicBezTo>
                    <a:pt x="484" y="73"/>
                    <a:pt x="520" y="61"/>
                    <a:pt x="556" y="61"/>
                  </a:cubicBezTo>
                  <a:close/>
                  <a:moveTo>
                    <a:pt x="278" y="206"/>
                  </a:moveTo>
                  <a:cubicBezTo>
                    <a:pt x="327" y="206"/>
                    <a:pt x="363" y="218"/>
                    <a:pt x="399" y="242"/>
                  </a:cubicBezTo>
                  <a:cubicBezTo>
                    <a:pt x="447" y="267"/>
                    <a:pt x="459" y="291"/>
                    <a:pt x="459" y="315"/>
                  </a:cubicBezTo>
                  <a:cubicBezTo>
                    <a:pt x="472" y="339"/>
                    <a:pt x="447" y="363"/>
                    <a:pt x="411" y="387"/>
                  </a:cubicBezTo>
                  <a:cubicBezTo>
                    <a:pt x="375" y="399"/>
                    <a:pt x="339" y="412"/>
                    <a:pt x="290" y="412"/>
                  </a:cubicBezTo>
                  <a:cubicBezTo>
                    <a:pt x="254" y="412"/>
                    <a:pt x="218" y="399"/>
                    <a:pt x="169" y="375"/>
                  </a:cubicBezTo>
                  <a:cubicBezTo>
                    <a:pt x="133" y="351"/>
                    <a:pt x="121" y="339"/>
                    <a:pt x="109" y="303"/>
                  </a:cubicBezTo>
                  <a:cubicBezTo>
                    <a:pt x="109" y="279"/>
                    <a:pt x="133" y="267"/>
                    <a:pt x="169" y="242"/>
                  </a:cubicBezTo>
                  <a:cubicBezTo>
                    <a:pt x="206" y="218"/>
                    <a:pt x="242" y="206"/>
                    <a:pt x="278" y="206"/>
                  </a:cubicBezTo>
                  <a:close/>
                  <a:moveTo>
                    <a:pt x="544" y="1"/>
                  </a:moveTo>
                  <a:cubicBezTo>
                    <a:pt x="484" y="1"/>
                    <a:pt x="435" y="13"/>
                    <a:pt x="387" y="37"/>
                  </a:cubicBezTo>
                  <a:cubicBezTo>
                    <a:pt x="351" y="61"/>
                    <a:pt x="327" y="85"/>
                    <a:pt x="327" y="109"/>
                  </a:cubicBezTo>
                  <a:cubicBezTo>
                    <a:pt x="327" y="134"/>
                    <a:pt x="327" y="158"/>
                    <a:pt x="363" y="182"/>
                  </a:cubicBezTo>
                  <a:cubicBezTo>
                    <a:pt x="314" y="158"/>
                    <a:pt x="266" y="158"/>
                    <a:pt x="218" y="158"/>
                  </a:cubicBezTo>
                  <a:cubicBezTo>
                    <a:pt x="169" y="158"/>
                    <a:pt x="121" y="170"/>
                    <a:pt x="85" y="194"/>
                  </a:cubicBezTo>
                  <a:cubicBezTo>
                    <a:pt x="24" y="230"/>
                    <a:pt x="0" y="267"/>
                    <a:pt x="0" y="303"/>
                  </a:cubicBezTo>
                  <a:cubicBezTo>
                    <a:pt x="12" y="339"/>
                    <a:pt x="49" y="375"/>
                    <a:pt x="109" y="412"/>
                  </a:cubicBezTo>
                  <a:cubicBezTo>
                    <a:pt x="181" y="448"/>
                    <a:pt x="242" y="472"/>
                    <a:pt x="302" y="472"/>
                  </a:cubicBezTo>
                  <a:cubicBezTo>
                    <a:pt x="316" y="474"/>
                    <a:pt x="329" y="475"/>
                    <a:pt x="341" y="475"/>
                  </a:cubicBezTo>
                  <a:cubicBezTo>
                    <a:pt x="397" y="475"/>
                    <a:pt x="446" y="455"/>
                    <a:pt x="496" y="436"/>
                  </a:cubicBezTo>
                  <a:cubicBezTo>
                    <a:pt x="532" y="412"/>
                    <a:pt x="556" y="387"/>
                    <a:pt x="556" y="351"/>
                  </a:cubicBezTo>
                  <a:cubicBezTo>
                    <a:pt x="568" y="327"/>
                    <a:pt x="556" y="303"/>
                    <a:pt x="520" y="267"/>
                  </a:cubicBezTo>
                  <a:lnTo>
                    <a:pt x="520" y="267"/>
                  </a:lnTo>
                  <a:cubicBezTo>
                    <a:pt x="568" y="291"/>
                    <a:pt x="605" y="291"/>
                    <a:pt x="653" y="291"/>
                  </a:cubicBezTo>
                  <a:cubicBezTo>
                    <a:pt x="689" y="291"/>
                    <a:pt x="725" y="279"/>
                    <a:pt x="762" y="254"/>
                  </a:cubicBezTo>
                  <a:cubicBezTo>
                    <a:pt x="810" y="230"/>
                    <a:pt x="834" y="194"/>
                    <a:pt x="822" y="158"/>
                  </a:cubicBezTo>
                  <a:cubicBezTo>
                    <a:pt x="822" y="134"/>
                    <a:pt x="786" y="97"/>
                    <a:pt x="725" y="61"/>
                  </a:cubicBezTo>
                  <a:cubicBezTo>
                    <a:pt x="665" y="25"/>
                    <a:pt x="605" y="1"/>
                    <a:pt x="54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1" name="Google Shape;2156;p60">
              <a:extLst>
                <a:ext uri="{FF2B5EF4-FFF2-40B4-BE49-F238E27FC236}">
                  <a16:creationId xmlns:a16="http://schemas.microsoft.com/office/drawing/2014/main" id="{CBCAC731-EDBD-1BD5-5FB9-B76536E894CE}"/>
                </a:ext>
              </a:extLst>
            </p:cNvPr>
            <p:cNvSpPr/>
            <p:nvPr/>
          </p:nvSpPr>
          <p:spPr>
            <a:xfrm>
              <a:off x="1569172" y="3338979"/>
              <a:ext cx="126597" cy="66231"/>
            </a:xfrm>
            <a:custGeom>
              <a:avLst/>
              <a:gdLst/>
              <a:ahLst/>
              <a:cxnLst/>
              <a:rect l="l" t="t" r="r" b="b"/>
              <a:pathLst>
                <a:path w="2007" h="1050" extrusionOk="0">
                  <a:moveTo>
                    <a:pt x="1002" y="1"/>
                  </a:moveTo>
                  <a:cubicBezTo>
                    <a:pt x="778" y="1"/>
                    <a:pt x="553" y="52"/>
                    <a:pt x="351" y="157"/>
                  </a:cubicBezTo>
                  <a:cubicBezTo>
                    <a:pt x="1" y="374"/>
                    <a:pt x="13" y="700"/>
                    <a:pt x="375" y="906"/>
                  </a:cubicBezTo>
                  <a:cubicBezTo>
                    <a:pt x="572" y="1001"/>
                    <a:pt x="789" y="1049"/>
                    <a:pt x="1006" y="1049"/>
                  </a:cubicBezTo>
                  <a:cubicBezTo>
                    <a:pt x="1230" y="1049"/>
                    <a:pt x="1454" y="998"/>
                    <a:pt x="1656" y="894"/>
                  </a:cubicBezTo>
                  <a:cubicBezTo>
                    <a:pt x="2007" y="676"/>
                    <a:pt x="1995" y="350"/>
                    <a:pt x="1632" y="144"/>
                  </a:cubicBezTo>
                  <a:cubicBezTo>
                    <a:pt x="1436" y="49"/>
                    <a:pt x="1219" y="1"/>
                    <a:pt x="1002" y="1"/>
                  </a:cubicBezTo>
                  <a:close/>
                </a:path>
              </a:pathLst>
            </a:custGeom>
            <a:solidFill>
              <a:srgbClr val="FD74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2" name="Google Shape;2157;p60">
              <a:extLst>
                <a:ext uri="{FF2B5EF4-FFF2-40B4-BE49-F238E27FC236}">
                  <a16:creationId xmlns:a16="http://schemas.microsoft.com/office/drawing/2014/main" id="{4FB81494-77A3-EB42-DAFA-B45D77D883A4}"/>
                </a:ext>
              </a:extLst>
            </p:cNvPr>
            <p:cNvSpPr/>
            <p:nvPr/>
          </p:nvSpPr>
          <p:spPr>
            <a:xfrm>
              <a:off x="1593583" y="3378970"/>
              <a:ext cx="28259" cy="14886"/>
            </a:xfrm>
            <a:custGeom>
              <a:avLst/>
              <a:gdLst/>
              <a:ahLst/>
              <a:cxnLst/>
              <a:rect l="l" t="t" r="r" b="b"/>
              <a:pathLst>
                <a:path w="448" h="236" extrusionOk="0">
                  <a:moveTo>
                    <a:pt x="54" y="1"/>
                  </a:moveTo>
                  <a:cubicBezTo>
                    <a:pt x="41" y="1"/>
                    <a:pt x="29" y="10"/>
                    <a:pt x="12" y="18"/>
                  </a:cubicBezTo>
                  <a:cubicBezTo>
                    <a:pt x="0" y="18"/>
                    <a:pt x="12" y="42"/>
                    <a:pt x="12" y="42"/>
                  </a:cubicBezTo>
                  <a:lnTo>
                    <a:pt x="37" y="42"/>
                  </a:lnTo>
                  <a:cubicBezTo>
                    <a:pt x="157" y="79"/>
                    <a:pt x="278" y="139"/>
                    <a:pt x="375" y="224"/>
                  </a:cubicBezTo>
                  <a:cubicBezTo>
                    <a:pt x="387" y="236"/>
                    <a:pt x="411" y="236"/>
                    <a:pt x="423" y="236"/>
                  </a:cubicBezTo>
                  <a:cubicBezTo>
                    <a:pt x="435" y="224"/>
                    <a:pt x="448" y="211"/>
                    <a:pt x="435" y="199"/>
                  </a:cubicBezTo>
                  <a:cubicBezTo>
                    <a:pt x="327" y="115"/>
                    <a:pt x="206" y="42"/>
                    <a:pt x="73" y="6"/>
                  </a:cubicBezTo>
                  <a:cubicBezTo>
                    <a:pt x="66" y="2"/>
                    <a:pt x="60" y="1"/>
                    <a:pt x="54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3" name="Google Shape;2158;p60">
              <a:extLst>
                <a:ext uri="{FF2B5EF4-FFF2-40B4-BE49-F238E27FC236}">
                  <a16:creationId xmlns:a16="http://schemas.microsoft.com/office/drawing/2014/main" id="{68A81C91-BB45-734D-9F20-AF54CFA1C78D}"/>
                </a:ext>
              </a:extLst>
            </p:cNvPr>
            <p:cNvSpPr/>
            <p:nvPr/>
          </p:nvSpPr>
          <p:spPr>
            <a:xfrm>
              <a:off x="1595854" y="3355695"/>
              <a:ext cx="20626" cy="19869"/>
            </a:xfrm>
            <a:custGeom>
              <a:avLst/>
              <a:gdLst/>
              <a:ahLst/>
              <a:cxnLst/>
              <a:rect l="l" t="t" r="r" b="b"/>
              <a:pathLst>
                <a:path w="327" h="315" extrusionOk="0">
                  <a:moveTo>
                    <a:pt x="121" y="0"/>
                  </a:moveTo>
                  <a:cubicBezTo>
                    <a:pt x="109" y="0"/>
                    <a:pt x="97" y="12"/>
                    <a:pt x="97" y="24"/>
                  </a:cubicBezTo>
                  <a:cubicBezTo>
                    <a:pt x="109" y="61"/>
                    <a:pt x="121" y="85"/>
                    <a:pt x="134" y="121"/>
                  </a:cubicBezTo>
                  <a:cubicBezTo>
                    <a:pt x="109" y="121"/>
                    <a:pt x="97" y="121"/>
                    <a:pt x="73" y="133"/>
                  </a:cubicBezTo>
                  <a:cubicBezTo>
                    <a:pt x="25" y="145"/>
                    <a:pt x="1" y="194"/>
                    <a:pt x="37" y="218"/>
                  </a:cubicBezTo>
                  <a:cubicBezTo>
                    <a:pt x="67" y="241"/>
                    <a:pt x="98" y="249"/>
                    <a:pt x="132" y="249"/>
                  </a:cubicBezTo>
                  <a:cubicBezTo>
                    <a:pt x="151" y="249"/>
                    <a:pt x="172" y="246"/>
                    <a:pt x="194" y="242"/>
                  </a:cubicBezTo>
                  <a:lnTo>
                    <a:pt x="206" y="242"/>
                  </a:lnTo>
                  <a:cubicBezTo>
                    <a:pt x="218" y="266"/>
                    <a:pt x="230" y="278"/>
                    <a:pt x="254" y="290"/>
                  </a:cubicBezTo>
                  <a:lnTo>
                    <a:pt x="279" y="315"/>
                  </a:lnTo>
                  <a:lnTo>
                    <a:pt x="315" y="315"/>
                  </a:lnTo>
                  <a:cubicBezTo>
                    <a:pt x="327" y="302"/>
                    <a:pt x="327" y="302"/>
                    <a:pt x="327" y="290"/>
                  </a:cubicBezTo>
                  <a:cubicBezTo>
                    <a:pt x="242" y="218"/>
                    <a:pt x="182" y="121"/>
                    <a:pt x="158" y="24"/>
                  </a:cubicBezTo>
                  <a:cubicBezTo>
                    <a:pt x="158" y="12"/>
                    <a:pt x="146" y="0"/>
                    <a:pt x="121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4" name="Google Shape;2159;p60">
              <a:extLst>
                <a:ext uri="{FF2B5EF4-FFF2-40B4-BE49-F238E27FC236}">
                  <a16:creationId xmlns:a16="http://schemas.microsoft.com/office/drawing/2014/main" id="{422F959D-1C4F-7515-AFFC-72754649BAFF}"/>
                </a:ext>
              </a:extLst>
            </p:cNvPr>
            <p:cNvSpPr/>
            <p:nvPr/>
          </p:nvSpPr>
          <p:spPr>
            <a:xfrm>
              <a:off x="1626383" y="3380863"/>
              <a:ext cx="34314" cy="11039"/>
            </a:xfrm>
            <a:custGeom>
              <a:avLst/>
              <a:gdLst/>
              <a:ahLst/>
              <a:cxnLst/>
              <a:rect l="l" t="t" r="r" b="b"/>
              <a:pathLst>
                <a:path w="544" h="175" extrusionOk="0">
                  <a:moveTo>
                    <a:pt x="36" y="0"/>
                  </a:moveTo>
                  <a:cubicBezTo>
                    <a:pt x="24" y="0"/>
                    <a:pt x="12" y="0"/>
                    <a:pt x="0" y="12"/>
                  </a:cubicBezTo>
                  <a:cubicBezTo>
                    <a:pt x="0" y="12"/>
                    <a:pt x="0" y="36"/>
                    <a:pt x="12" y="36"/>
                  </a:cubicBezTo>
                  <a:lnTo>
                    <a:pt x="48" y="49"/>
                  </a:lnTo>
                  <a:lnTo>
                    <a:pt x="145" y="73"/>
                  </a:lnTo>
                  <a:lnTo>
                    <a:pt x="133" y="73"/>
                  </a:lnTo>
                  <a:cubicBezTo>
                    <a:pt x="97" y="109"/>
                    <a:pt x="121" y="145"/>
                    <a:pt x="169" y="169"/>
                  </a:cubicBezTo>
                  <a:cubicBezTo>
                    <a:pt x="185" y="173"/>
                    <a:pt x="201" y="174"/>
                    <a:pt x="215" y="174"/>
                  </a:cubicBezTo>
                  <a:cubicBezTo>
                    <a:pt x="256" y="174"/>
                    <a:pt x="291" y="163"/>
                    <a:pt x="326" y="145"/>
                  </a:cubicBezTo>
                  <a:cubicBezTo>
                    <a:pt x="338" y="133"/>
                    <a:pt x="338" y="121"/>
                    <a:pt x="338" y="109"/>
                  </a:cubicBezTo>
                  <a:cubicBezTo>
                    <a:pt x="399" y="121"/>
                    <a:pt x="447" y="121"/>
                    <a:pt x="508" y="121"/>
                  </a:cubicBezTo>
                  <a:cubicBezTo>
                    <a:pt x="520" y="121"/>
                    <a:pt x="532" y="121"/>
                    <a:pt x="544" y="109"/>
                  </a:cubicBezTo>
                  <a:cubicBezTo>
                    <a:pt x="544" y="97"/>
                    <a:pt x="532" y="97"/>
                    <a:pt x="520" y="97"/>
                  </a:cubicBezTo>
                  <a:cubicBezTo>
                    <a:pt x="351" y="85"/>
                    <a:pt x="193" y="49"/>
                    <a:pt x="36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5" name="Google Shape;2160;p60">
              <a:extLst>
                <a:ext uri="{FF2B5EF4-FFF2-40B4-BE49-F238E27FC236}">
                  <a16:creationId xmlns:a16="http://schemas.microsoft.com/office/drawing/2014/main" id="{30DC023D-984D-1839-31A8-DE521A93E21D}"/>
                </a:ext>
              </a:extLst>
            </p:cNvPr>
            <p:cNvSpPr/>
            <p:nvPr/>
          </p:nvSpPr>
          <p:spPr>
            <a:xfrm>
              <a:off x="1476134" y="3284922"/>
              <a:ext cx="127417" cy="66484"/>
            </a:xfrm>
            <a:custGeom>
              <a:avLst/>
              <a:gdLst/>
              <a:ahLst/>
              <a:cxnLst/>
              <a:rect l="l" t="t" r="r" b="b"/>
              <a:pathLst>
                <a:path w="2020" h="1054" extrusionOk="0">
                  <a:moveTo>
                    <a:pt x="1028" y="0"/>
                  </a:moveTo>
                  <a:cubicBezTo>
                    <a:pt x="786" y="0"/>
                    <a:pt x="544" y="61"/>
                    <a:pt x="327" y="180"/>
                  </a:cubicBezTo>
                  <a:cubicBezTo>
                    <a:pt x="1" y="385"/>
                    <a:pt x="25" y="723"/>
                    <a:pt x="400" y="917"/>
                  </a:cubicBezTo>
                  <a:cubicBezTo>
                    <a:pt x="593" y="1008"/>
                    <a:pt x="803" y="1053"/>
                    <a:pt x="1012" y="1053"/>
                  </a:cubicBezTo>
                  <a:cubicBezTo>
                    <a:pt x="1247" y="1053"/>
                    <a:pt x="1482" y="996"/>
                    <a:pt x="1693" y="881"/>
                  </a:cubicBezTo>
                  <a:cubicBezTo>
                    <a:pt x="2019" y="663"/>
                    <a:pt x="1995" y="325"/>
                    <a:pt x="1621" y="131"/>
                  </a:cubicBezTo>
                  <a:cubicBezTo>
                    <a:pt x="1433" y="43"/>
                    <a:pt x="1231" y="0"/>
                    <a:pt x="1028" y="0"/>
                  </a:cubicBezTo>
                  <a:close/>
                </a:path>
              </a:pathLst>
            </a:custGeom>
            <a:solidFill>
              <a:srgbClr val="FDE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6" name="Google Shape;2161;p60">
              <a:extLst>
                <a:ext uri="{FF2B5EF4-FFF2-40B4-BE49-F238E27FC236}">
                  <a16:creationId xmlns:a16="http://schemas.microsoft.com/office/drawing/2014/main" id="{561C11AD-35DC-7103-AFCE-37F8193384A7}"/>
                </a:ext>
              </a:extLst>
            </p:cNvPr>
            <p:cNvSpPr/>
            <p:nvPr/>
          </p:nvSpPr>
          <p:spPr>
            <a:xfrm>
              <a:off x="1518080" y="3340430"/>
              <a:ext cx="29079" cy="16274"/>
            </a:xfrm>
            <a:custGeom>
              <a:avLst/>
              <a:gdLst/>
              <a:ahLst/>
              <a:cxnLst/>
              <a:rect l="l" t="t" r="r" b="b"/>
              <a:pathLst>
                <a:path w="461" h="258" extrusionOk="0">
                  <a:moveTo>
                    <a:pt x="460" y="1"/>
                  </a:moveTo>
                  <a:cubicBezTo>
                    <a:pt x="327" y="13"/>
                    <a:pt x="194" y="49"/>
                    <a:pt x="73" y="97"/>
                  </a:cubicBezTo>
                  <a:cubicBezTo>
                    <a:pt x="37" y="121"/>
                    <a:pt x="1" y="194"/>
                    <a:pt x="97" y="230"/>
                  </a:cubicBezTo>
                  <a:cubicBezTo>
                    <a:pt x="134" y="248"/>
                    <a:pt x="173" y="257"/>
                    <a:pt x="212" y="257"/>
                  </a:cubicBezTo>
                  <a:cubicBezTo>
                    <a:pt x="252" y="257"/>
                    <a:pt x="291" y="248"/>
                    <a:pt x="327" y="230"/>
                  </a:cubicBezTo>
                  <a:cubicBezTo>
                    <a:pt x="400" y="170"/>
                    <a:pt x="448" y="85"/>
                    <a:pt x="460" y="1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7" name="Google Shape;2162;p60">
              <a:extLst>
                <a:ext uri="{FF2B5EF4-FFF2-40B4-BE49-F238E27FC236}">
                  <a16:creationId xmlns:a16="http://schemas.microsoft.com/office/drawing/2014/main" id="{484F8562-50B4-C997-F345-2CB1892BC87D}"/>
                </a:ext>
              </a:extLst>
            </p:cNvPr>
            <p:cNvSpPr/>
            <p:nvPr/>
          </p:nvSpPr>
          <p:spPr>
            <a:xfrm>
              <a:off x="1507420" y="3324093"/>
              <a:ext cx="24474" cy="13372"/>
            </a:xfrm>
            <a:custGeom>
              <a:avLst/>
              <a:gdLst/>
              <a:ahLst/>
              <a:cxnLst/>
              <a:rect l="l" t="t" r="r" b="b"/>
              <a:pathLst>
                <a:path w="388" h="212" extrusionOk="0">
                  <a:moveTo>
                    <a:pt x="42" y="1"/>
                  </a:moveTo>
                  <a:cubicBezTo>
                    <a:pt x="30" y="1"/>
                    <a:pt x="21" y="9"/>
                    <a:pt x="13" y="18"/>
                  </a:cubicBezTo>
                  <a:cubicBezTo>
                    <a:pt x="0" y="30"/>
                    <a:pt x="13" y="42"/>
                    <a:pt x="37" y="42"/>
                  </a:cubicBezTo>
                  <a:cubicBezTo>
                    <a:pt x="97" y="54"/>
                    <a:pt x="146" y="66"/>
                    <a:pt x="194" y="90"/>
                  </a:cubicBezTo>
                  <a:cubicBezTo>
                    <a:pt x="242" y="115"/>
                    <a:pt x="291" y="151"/>
                    <a:pt x="315" y="199"/>
                  </a:cubicBezTo>
                  <a:cubicBezTo>
                    <a:pt x="315" y="199"/>
                    <a:pt x="315" y="211"/>
                    <a:pt x="327" y="211"/>
                  </a:cubicBezTo>
                  <a:lnTo>
                    <a:pt x="363" y="211"/>
                  </a:lnTo>
                  <a:cubicBezTo>
                    <a:pt x="387" y="211"/>
                    <a:pt x="387" y="199"/>
                    <a:pt x="387" y="187"/>
                  </a:cubicBezTo>
                  <a:cubicBezTo>
                    <a:pt x="351" y="127"/>
                    <a:pt x="303" y="90"/>
                    <a:pt x="254" y="66"/>
                  </a:cubicBezTo>
                  <a:cubicBezTo>
                    <a:pt x="194" y="30"/>
                    <a:pt x="121" y="18"/>
                    <a:pt x="61" y="6"/>
                  </a:cubicBezTo>
                  <a:cubicBezTo>
                    <a:pt x="54" y="2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8" name="Google Shape;2163;p60">
              <a:extLst>
                <a:ext uri="{FF2B5EF4-FFF2-40B4-BE49-F238E27FC236}">
                  <a16:creationId xmlns:a16="http://schemas.microsoft.com/office/drawing/2014/main" id="{166007C8-8CA6-D806-E2DA-3419235EDCDE}"/>
                </a:ext>
              </a:extLst>
            </p:cNvPr>
            <p:cNvSpPr/>
            <p:nvPr/>
          </p:nvSpPr>
          <p:spPr>
            <a:xfrm>
              <a:off x="1551637" y="3323967"/>
              <a:ext cx="16842" cy="8957"/>
            </a:xfrm>
            <a:custGeom>
              <a:avLst/>
              <a:gdLst/>
              <a:ahLst/>
              <a:cxnLst/>
              <a:rect l="l" t="t" r="r" b="b"/>
              <a:pathLst>
                <a:path w="267" h="142" extrusionOk="0">
                  <a:moveTo>
                    <a:pt x="164" y="1"/>
                  </a:moveTo>
                  <a:cubicBezTo>
                    <a:pt x="126" y="1"/>
                    <a:pt x="87" y="9"/>
                    <a:pt x="49" y="32"/>
                  </a:cubicBezTo>
                  <a:cubicBezTo>
                    <a:pt x="1" y="68"/>
                    <a:pt x="1" y="104"/>
                    <a:pt x="37" y="129"/>
                  </a:cubicBezTo>
                  <a:cubicBezTo>
                    <a:pt x="60" y="138"/>
                    <a:pt x="83" y="142"/>
                    <a:pt x="106" y="142"/>
                  </a:cubicBezTo>
                  <a:cubicBezTo>
                    <a:pt x="143" y="142"/>
                    <a:pt x="181" y="131"/>
                    <a:pt x="218" y="117"/>
                  </a:cubicBezTo>
                  <a:cubicBezTo>
                    <a:pt x="266" y="80"/>
                    <a:pt x="266" y="32"/>
                    <a:pt x="230" y="8"/>
                  </a:cubicBezTo>
                  <a:cubicBezTo>
                    <a:pt x="208" y="3"/>
                    <a:pt x="186" y="1"/>
                    <a:pt x="164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9" name="Google Shape;2164;p60">
              <a:extLst>
                <a:ext uri="{FF2B5EF4-FFF2-40B4-BE49-F238E27FC236}">
                  <a16:creationId xmlns:a16="http://schemas.microsoft.com/office/drawing/2014/main" id="{1C3CCA26-F297-203A-8029-BE3187C38438}"/>
                </a:ext>
              </a:extLst>
            </p:cNvPr>
            <p:cNvSpPr/>
            <p:nvPr/>
          </p:nvSpPr>
          <p:spPr>
            <a:xfrm>
              <a:off x="1566144" y="3319299"/>
              <a:ext cx="10723" cy="10534"/>
            </a:xfrm>
            <a:custGeom>
              <a:avLst/>
              <a:gdLst/>
              <a:ahLst/>
              <a:cxnLst/>
              <a:rect l="l" t="t" r="r" b="b"/>
              <a:pathLst>
                <a:path w="170" h="167" extrusionOk="0">
                  <a:moveTo>
                    <a:pt x="30" y="0"/>
                  </a:moveTo>
                  <a:cubicBezTo>
                    <a:pt x="24" y="0"/>
                    <a:pt x="18" y="3"/>
                    <a:pt x="12" y="9"/>
                  </a:cubicBezTo>
                  <a:cubicBezTo>
                    <a:pt x="0" y="9"/>
                    <a:pt x="12" y="21"/>
                    <a:pt x="24" y="21"/>
                  </a:cubicBezTo>
                  <a:lnTo>
                    <a:pt x="49" y="33"/>
                  </a:lnTo>
                  <a:cubicBezTo>
                    <a:pt x="85" y="58"/>
                    <a:pt x="109" y="94"/>
                    <a:pt x="109" y="142"/>
                  </a:cubicBezTo>
                  <a:cubicBezTo>
                    <a:pt x="109" y="142"/>
                    <a:pt x="121" y="154"/>
                    <a:pt x="121" y="154"/>
                  </a:cubicBezTo>
                  <a:cubicBezTo>
                    <a:pt x="121" y="154"/>
                    <a:pt x="133" y="154"/>
                    <a:pt x="145" y="166"/>
                  </a:cubicBezTo>
                  <a:cubicBezTo>
                    <a:pt x="157" y="166"/>
                    <a:pt x="169" y="154"/>
                    <a:pt x="169" y="142"/>
                  </a:cubicBezTo>
                  <a:cubicBezTo>
                    <a:pt x="169" y="94"/>
                    <a:pt x="133" y="33"/>
                    <a:pt x="85" y="21"/>
                  </a:cubicBezTo>
                  <a:lnTo>
                    <a:pt x="49" y="9"/>
                  </a:lnTo>
                  <a:cubicBezTo>
                    <a:pt x="42" y="3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0" name="Google Shape;2165;p60">
              <a:extLst>
                <a:ext uri="{FF2B5EF4-FFF2-40B4-BE49-F238E27FC236}">
                  <a16:creationId xmlns:a16="http://schemas.microsoft.com/office/drawing/2014/main" id="{E577D8ED-D959-6F7F-51BD-8DD43B6EB365}"/>
                </a:ext>
              </a:extLst>
            </p:cNvPr>
            <p:cNvSpPr/>
            <p:nvPr/>
          </p:nvSpPr>
          <p:spPr>
            <a:xfrm>
              <a:off x="1511205" y="3303026"/>
              <a:ext cx="16842" cy="9272"/>
            </a:xfrm>
            <a:custGeom>
              <a:avLst/>
              <a:gdLst/>
              <a:ahLst/>
              <a:cxnLst/>
              <a:rect l="l" t="t" r="r" b="b"/>
              <a:pathLst>
                <a:path w="267" h="147" extrusionOk="0">
                  <a:moveTo>
                    <a:pt x="161" y="0"/>
                  </a:moveTo>
                  <a:cubicBezTo>
                    <a:pt x="124" y="0"/>
                    <a:pt x="87" y="11"/>
                    <a:pt x="49" y="25"/>
                  </a:cubicBezTo>
                  <a:cubicBezTo>
                    <a:pt x="1" y="62"/>
                    <a:pt x="1" y="110"/>
                    <a:pt x="37" y="134"/>
                  </a:cubicBezTo>
                  <a:cubicBezTo>
                    <a:pt x="59" y="143"/>
                    <a:pt x="80" y="147"/>
                    <a:pt x="101" y="147"/>
                  </a:cubicBezTo>
                  <a:cubicBezTo>
                    <a:pt x="140" y="147"/>
                    <a:pt x="179" y="134"/>
                    <a:pt x="218" y="110"/>
                  </a:cubicBezTo>
                  <a:cubicBezTo>
                    <a:pt x="267" y="86"/>
                    <a:pt x="267" y="38"/>
                    <a:pt x="231" y="13"/>
                  </a:cubicBezTo>
                  <a:cubicBezTo>
                    <a:pt x="207" y="4"/>
                    <a:pt x="184" y="0"/>
                    <a:pt x="161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1" name="Google Shape;2166;p60">
              <a:extLst>
                <a:ext uri="{FF2B5EF4-FFF2-40B4-BE49-F238E27FC236}">
                  <a16:creationId xmlns:a16="http://schemas.microsoft.com/office/drawing/2014/main" id="{E3ABDDE7-5244-BEB8-E437-BF6CDC7B3E34}"/>
                </a:ext>
              </a:extLst>
            </p:cNvPr>
            <p:cNvSpPr/>
            <p:nvPr/>
          </p:nvSpPr>
          <p:spPr>
            <a:xfrm>
              <a:off x="1516566" y="3297475"/>
              <a:ext cx="18356" cy="5488"/>
            </a:xfrm>
            <a:custGeom>
              <a:avLst/>
              <a:gdLst/>
              <a:ahLst/>
              <a:cxnLst/>
              <a:rect l="l" t="t" r="r" b="b"/>
              <a:pathLst>
                <a:path w="291" h="87" extrusionOk="0">
                  <a:moveTo>
                    <a:pt x="86" y="0"/>
                  </a:moveTo>
                  <a:cubicBezTo>
                    <a:pt x="66" y="0"/>
                    <a:pt x="46" y="2"/>
                    <a:pt x="25" y="5"/>
                  </a:cubicBezTo>
                  <a:cubicBezTo>
                    <a:pt x="13" y="5"/>
                    <a:pt x="1" y="17"/>
                    <a:pt x="1" y="29"/>
                  </a:cubicBezTo>
                  <a:lnTo>
                    <a:pt x="13" y="41"/>
                  </a:lnTo>
                  <a:lnTo>
                    <a:pt x="49" y="41"/>
                  </a:lnTo>
                  <a:cubicBezTo>
                    <a:pt x="65" y="38"/>
                    <a:pt x="81" y="36"/>
                    <a:pt x="97" y="36"/>
                  </a:cubicBezTo>
                  <a:cubicBezTo>
                    <a:pt x="142" y="36"/>
                    <a:pt x="186" y="47"/>
                    <a:pt x="230" y="65"/>
                  </a:cubicBezTo>
                  <a:lnTo>
                    <a:pt x="242" y="77"/>
                  </a:lnTo>
                  <a:cubicBezTo>
                    <a:pt x="248" y="83"/>
                    <a:pt x="254" y="86"/>
                    <a:pt x="262" y="86"/>
                  </a:cubicBezTo>
                  <a:cubicBezTo>
                    <a:pt x="269" y="86"/>
                    <a:pt x="279" y="83"/>
                    <a:pt x="291" y="77"/>
                  </a:cubicBezTo>
                  <a:cubicBezTo>
                    <a:pt x="291" y="77"/>
                    <a:pt x="291" y="65"/>
                    <a:pt x="291" y="65"/>
                  </a:cubicBezTo>
                  <a:lnTo>
                    <a:pt x="254" y="41"/>
                  </a:lnTo>
                  <a:cubicBezTo>
                    <a:pt x="200" y="14"/>
                    <a:pt x="146" y="0"/>
                    <a:pt x="86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2" name="Google Shape;2167;p60">
              <a:extLst>
                <a:ext uri="{FF2B5EF4-FFF2-40B4-BE49-F238E27FC236}">
                  <a16:creationId xmlns:a16="http://schemas.microsoft.com/office/drawing/2014/main" id="{A5BA1D29-77D0-8863-6058-70DD0F79BE48}"/>
                </a:ext>
              </a:extLst>
            </p:cNvPr>
            <p:cNvSpPr/>
            <p:nvPr/>
          </p:nvSpPr>
          <p:spPr>
            <a:xfrm>
              <a:off x="2968907" y="601878"/>
              <a:ext cx="1337369" cy="1208502"/>
            </a:xfrm>
            <a:custGeom>
              <a:avLst/>
              <a:gdLst/>
              <a:ahLst/>
              <a:cxnLst/>
              <a:rect l="l" t="t" r="r" b="b"/>
              <a:pathLst>
                <a:path w="21202" h="19159" extrusionOk="0">
                  <a:moveTo>
                    <a:pt x="1270" y="1"/>
                  </a:moveTo>
                  <a:lnTo>
                    <a:pt x="1270" y="13"/>
                  </a:lnTo>
                  <a:lnTo>
                    <a:pt x="1258" y="13"/>
                  </a:lnTo>
                  <a:lnTo>
                    <a:pt x="1258" y="25"/>
                  </a:lnTo>
                  <a:lnTo>
                    <a:pt x="1246" y="13"/>
                  </a:lnTo>
                  <a:lnTo>
                    <a:pt x="1246" y="25"/>
                  </a:lnTo>
                  <a:lnTo>
                    <a:pt x="1222" y="25"/>
                  </a:lnTo>
                  <a:lnTo>
                    <a:pt x="1222" y="37"/>
                  </a:lnTo>
                  <a:lnTo>
                    <a:pt x="1210" y="37"/>
                  </a:lnTo>
                  <a:lnTo>
                    <a:pt x="1210" y="49"/>
                  </a:lnTo>
                  <a:lnTo>
                    <a:pt x="1198" y="37"/>
                  </a:lnTo>
                  <a:lnTo>
                    <a:pt x="1198" y="49"/>
                  </a:lnTo>
                  <a:lnTo>
                    <a:pt x="1173" y="49"/>
                  </a:lnTo>
                  <a:lnTo>
                    <a:pt x="1173" y="61"/>
                  </a:lnTo>
                  <a:lnTo>
                    <a:pt x="1161" y="49"/>
                  </a:lnTo>
                  <a:lnTo>
                    <a:pt x="1161" y="61"/>
                  </a:lnTo>
                  <a:lnTo>
                    <a:pt x="1161" y="73"/>
                  </a:lnTo>
                  <a:lnTo>
                    <a:pt x="1149" y="61"/>
                  </a:lnTo>
                  <a:lnTo>
                    <a:pt x="1149" y="73"/>
                  </a:lnTo>
                  <a:lnTo>
                    <a:pt x="1125" y="73"/>
                  </a:lnTo>
                  <a:lnTo>
                    <a:pt x="1125" y="85"/>
                  </a:lnTo>
                  <a:lnTo>
                    <a:pt x="1113" y="73"/>
                  </a:lnTo>
                  <a:lnTo>
                    <a:pt x="1113" y="85"/>
                  </a:lnTo>
                  <a:lnTo>
                    <a:pt x="1101" y="85"/>
                  </a:lnTo>
                  <a:lnTo>
                    <a:pt x="1101" y="97"/>
                  </a:lnTo>
                  <a:lnTo>
                    <a:pt x="1077" y="97"/>
                  </a:lnTo>
                  <a:lnTo>
                    <a:pt x="1077" y="109"/>
                  </a:lnTo>
                  <a:lnTo>
                    <a:pt x="1065" y="97"/>
                  </a:lnTo>
                  <a:lnTo>
                    <a:pt x="1065" y="109"/>
                  </a:lnTo>
                  <a:lnTo>
                    <a:pt x="1052" y="109"/>
                  </a:lnTo>
                  <a:lnTo>
                    <a:pt x="1052" y="121"/>
                  </a:lnTo>
                  <a:lnTo>
                    <a:pt x="1040" y="109"/>
                  </a:lnTo>
                  <a:lnTo>
                    <a:pt x="1040" y="121"/>
                  </a:lnTo>
                  <a:lnTo>
                    <a:pt x="1028" y="121"/>
                  </a:lnTo>
                  <a:lnTo>
                    <a:pt x="1028" y="134"/>
                  </a:lnTo>
                  <a:lnTo>
                    <a:pt x="1016" y="121"/>
                  </a:lnTo>
                  <a:lnTo>
                    <a:pt x="1016" y="134"/>
                  </a:lnTo>
                  <a:lnTo>
                    <a:pt x="1004" y="134"/>
                  </a:lnTo>
                  <a:lnTo>
                    <a:pt x="1004" y="146"/>
                  </a:lnTo>
                  <a:lnTo>
                    <a:pt x="992" y="134"/>
                  </a:lnTo>
                  <a:lnTo>
                    <a:pt x="992" y="146"/>
                  </a:lnTo>
                  <a:lnTo>
                    <a:pt x="980" y="146"/>
                  </a:lnTo>
                  <a:lnTo>
                    <a:pt x="980" y="158"/>
                  </a:lnTo>
                  <a:lnTo>
                    <a:pt x="968" y="146"/>
                  </a:lnTo>
                  <a:lnTo>
                    <a:pt x="968" y="158"/>
                  </a:lnTo>
                  <a:lnTo>
                    <a:pt x="956" y="158"/>
                  </a:lnTo>
                  <a:lnTo>
                    <a:pt x="956" y="170"/>
                  </a:lnTo>
                  <a:lnTo>
                    <a:pt x="944" y="158"/>
                  </a:lnTo>
                  <a:lnTo>
                    <a:pt x="944" y="170"/>
                  </a:lnTo>
                  <a:lnTo>
                    <a:pt x="932" y="158"/>
                  </a:lnTo>
                  <a:lnTo>
                    <a:pt x="932" y="170"/>
                  </a:lnTo>
                  <a:lnTo>
                    <a:pt x="932" y="182"/>
                  </a:lnTo>
                  <a:lnTo>
                    <a:pt x="920" y="170"/>
                  </a:lnTo>
                  <a:lnTo>
                    <a:pt x="920" y="182"/>
                  </a:lnTo>
                  <a:lnTo>
                    <a:pt x="907" y="182"/>
                  </a:lnTo>
                  <a:lnTo>
                    <a:pt x="907" y="194"/>
                  </a:lnTo>
                  <a:lnTo>
                    <a:pt x="895" y="182"/>
                  </a:lnTo>
                  <a:lnTo>
                    <a:pt x="895" y="194"/>
                  </a:lnTo>
                  <a:lnTo>
                    <a:pt x="883" y="182"/>
                  </a:lnTo>
                  <a:lnTo>
                    <a:pt x="883" y="194"/>
                  </a:lnTo>
                  <a:lnTo>
                    <a:pt x="871" y="194"/>
                  </a:lnTo>
                  <a:lnTo>
                    <a:pt x="871" y="206"/>
                  </a:lnTo>
                  <a:lnTo>
                    <a:pt x="859" y="194"/>
                  </a:lnTo>
                  <a:lnTo>
                    <a:pt x="859" y="206"/>
                  </a:lnTo>
                  <a:lnTo>
                    <a:pt x="859" y="218"/>
                  </a:lnTo>
                  <a:lnTo>
                    <a:pt x="847" y="206"/>
                  </a:lnTo>
                  <a:lnTo>
                    <a:pt x="847" y="218"/>
                  </a:lnTo>
                  <a:lnTo>
                    <a:pt x="835" y="206"/>
                  </a:lnTo>
                  <a:lnTo>
                    <a:pt x="835" y="218"/>
                  </a:lnTo>
                  <a:lnTo>
                    <a:pt x="823" y="218"/>
                  </a:lnTo>
                  <a:lnTo>
                    <a:pt x="823" y="230"/>
                  </a:lnTo>
                  <a:lnTo>
                    <a:pt x="811" y="218"/>
                  </a:lnTo>
                  <a:lnTo>
                    <a:pt x="811" y="230"/>
                  </a:lnTo>
                  <a:lnTo>
                    <a:pt x="811" y="242"/>
                  </a:lnTo>
                  <a:lnTo>
                    <a:pt x="799" y="230"/>
                  </a:lnTo>
                  <a:lnTo>
                    <a:pt x="799" y="242"/>
                  </a:lnTo>
                  <a:lnTo>
                    <a:pt x="787" y="230"/>
                  </a:lnTo>
                  <a:lnTo>
                    <a:pt x="787" y="242"/>
                  </a:lnTo>
                  <a:lnTo>
                    <a:pt x="774" y="242"/>
                  </a:lnTo>
                  <a:lnTo>
                    <a:pt x="774" y="254"/>
                  </a:lnTo>
                  <a:lnTo>
                    <a:pt x="762" y="242"/>
                  </a:lnTo>
                  <a:lnTo>
                    <a:pt x="762" y="254"/>
                  </a:lnTo>
                  <a:lnTo>
                    <a:pt x="750" y="254"/>
                  </a:lnTo>
                  <a:lnTo>
                    <a:pt x="750" y="266"/>
                  </a:lnTo>
                  <a:lnTo>
                    <a:pt x="738" y="254"/>
                  </a:lnTo>
                  <a:lnTo>
                    <a:pt x="738" y="266"/>
                  </a:lnTo>
                  <a:lnTo>
                    <a:pt x="726" y="266"/>
                  </a:lnTo>
                  <a:lnTo>
                    <a:pt x="726" y="279"/>
                  </a:lnTo>
                  <a:lnTo>
                    <a:pt x="714" y="266"/>
                  </a:lnTo>
                  <a:lnTo>
                    <a:pt x="714" y="279"/>
                  </a:lnTo>
                  <a:lnTo>
                    <a:pt x="702" y="279"/>
                  </a:lnTo>
                  <a:lnTo>
                    <a:pt x="702" y="291"/>
                  </a:lnTo>
                  <a:lnTo>
                    <a:pt x="690" y="279"/>
                  </a:lnTo>
                  <a:lnTo>
                    <a:pt x="690" y="291"/>
                  </a:lnTo>
                  <a:lnTo>
                    <a:pt x="678" y="291"/>
                  </a:lnTo>
                  <a:lnTo>
                    <a:pt x="678" y="303"/>
                  </a:lnTo>
                  <a:lnTo>
                    <a:pt x="666" y="291"/>
                  </a:lnTo>
                  <a:lnTo>
                    <a:pt x="666" y="303"/>
                  </a:lnTo>
                  <a:lnTo>
                    <a:pt x="654" y="303"/>
                  </a:lnTo>
                  <a:lnTo>
                    <a:pt x="654" y="315"/>
                  </a:lnTo>
                  <a:lnTo>
                    <a:pt x="642" y="303"/>
                  </a:lnTo>
                  <a:lnTo>
                    <a:pt x="642" y="315"/>
                  </a:lnTo>
                  <a:lnTo>
                    <a:pt x="629" y="315"/>
                  </a:lnTo>
                  <a:lnTo>
                    <a:pt x="629" y="327"/>
                  </a:lnTo>
                  <a:lnTo>
                    <a:pt x="617" y="315"/>
                  </a:lnTo>
                  <a:lnTo>
                    <a:pt x="617" y="327"/>
                  </a:lnTo>
                  <a:lnTo>
                    <a:pt x="605" y="327"/>
                  </a:lnTo>
                  <a:lnTo>
                    <a:pt x="605" y="339"/>
                  </a:lnTo>
                  <a:lnTo>
                    <a:pt x="593" y="327"/>
                  </a:lnTo>
                  <a:lnTo>
                    <a:pt x="593" y="339"/>
                  </a:lnTo>
                  <a:lnTo>
                    <a:pt x="581" y="327"/>
                  </a:lnTo>
                  <a:lnTo>
                    <a:pt x="581" y="339"/>
                  </a:lnTo>
                  <a:lnTo>
                    <a:pt x="581" y="351"/>
                  </a:lnTo>
                  <a:lnTo>
                    <a:pt x="569" y="339"/>
                  </a:lnTo>
                  <a:lnTo>
                    <a:pt x="569" y="351"/>
                  </a:lnTo>
                  <a:lnTo>
                    <a:pt x="557" y="351"/>
                  </a:lnTo>
                  <a:lnTo>
                    <a:pt x="557" y="363"/>
                  </a:lnTo>
                  <a:lnTo>
                    <a:pt x="545" y="351"/>
                  </a:lnTo>
                  <a:lnTo>
                    <a:pt x="545" y="363"/>
                  </a:lnTo>
                  <a:lnTo>
                    <a:pt x="533" y="351"/>
                  </a:lnTo>
                  <a:lnTo>
                    <a:pt x="533" y="363"/>
                  </a:lnTo>
                  <a:lnTo>
                    <a:pt x="521" y="363"/>
                  </a:lnTo>
                  <a:lnTo>
                    <a:pt x="521" y="375"/>
                  </a:lnTo>
                  <a:lnTo>
                    <a:pt x="509" y="375"/>
                  </a:lnTo>
                  <a:lnTo>
                    <a:pt x="509" y="387"/>
                  </a:lnTo>
                  <a:lnTo>
                    <a:pt x="496" y="375"/>
                  </a:lnTo>
                  <a:lnTo>
                    <a:pt x="496" y="387"/>
                  </a:lnTo>
                  <a:lnTo>
                    <a:pt x="484" y="375"/>
                  </a:lnTo>
                  <a:lnTo>
                    <a:pt x="484" y="387"/>
                  </a:lnTo>
                  <a:lnTo>
                    <a:pt x="472" y="387"/>
                  </a:lnTo>
                  <a:lnTo>
                    <a:pt x="472" y="399"/>
                  </a:lnTo>
                  <a:lnTo>
                    <a:pt x="460" y="387"/>
                  </a:lnTo>
                  <a:lnTo>
                    <a:pt x="460" y="399"/>
                  </a:lnTo>
                  <a:lnTo>
                    <a:pt x="460" y="412"/>
                  </a:lnTo>
                  <a:lnTo>
                    <a:pt x="448" y="399"/>
                  </a:lnTo>
                  <a:lnTo>
                    <a:pt x="448" y="412"/>
                  </a:lnTo>
                  <a:lnTo>
                    <a:pt x="436" y="399"/>
                  </a:lnTo>
                  <a:lnTo>
                    <a:pt x="436" y="412"/>
                  </a:lnTo>
                  <a:lnTo>
                    <a:pt x="424" y="412"/>
                  </a:lnTo>
                  <a:lnTo>
                    <a:pt x="424" y="424"/>
                  </a:lnTo>
                  <a:lnTo>
                    <a:pt x="412" y="412"/>
                  </a:lnTo>
                  <a:lnTo>
                    <a:pt x="412" y="424"/>
                  </a:lnTo>
                  <a:lnTo>
                    <a:pt x="400" y="424"/>
                  </a:lnTo>
                  <a:lnTo>
                    <a:pt x="400" y="436"/>
                  </a:lnTo>
                  <a:lnTo>
                    <a:pt x="388" y="424"/>
                  </a:lnTo>
                  <a:lnTo>
                    <a:pt x="388" y="436"/>
                  </a:lnTo>
                  <a:lnTo>
                    <a:pt x="376" y="436"/>
                  </a:lnTo>
                  <a:lnTo>
                    <a:pt x="376" y="448"/>
                  </a:lnTo>
                  <a:lnTo>
                    <a:pt x="364" y="436"/>
                  </a:lnTo>
                  <a:lnTo>
                    <a:pt x="364" y="448"/>
                  </a:lnTo>
                  <a:lnTo>
                    <a:pt x="339" y="448"/>
                  </a:lnTo>
                  <a:lnTo>
                    <a:pt x="339" y="460"/>
                  </a:lnTo>
                  <a:lnTo>
                    <a:pt x="327" y="460"/>
                  </a:lnTo>
                  <a:lnTo>
                    <a:pt x="327" y="472"/>
                  </a:lnTo>
                  <a:lnTo>
                    <a:pt x="315" y="460"/>
                  </a:lnTo>
                  <a:lnTo>
                    <a:pt x="315" y="472"/>
                  </a:lnTo>
                  <a:lnTo>
                    <a:pt x="303" y="472"/>
                  </a:lnTo>
                  <a:lnTo>
                    <a:pt x="303" y="484"/>
                  </a:lnTo>
                  <a:lnTo>
                    <a:pt x="291" y="472"/>
                  </a:lnTo>
                  <a:lnTo>
                    <a:pt x="291" y="484"/>
                  </a:lnTo>
                  <a:lnTo>
                    <a:pt x="279" y="484"/>
                  </a:lnTo>
                  <a:lnTo>
                    <a:pt x="279" y="496"/>
                  </a:lnTo>
                  <a:lnTo>
                    <a:pt x="267" y="484"/>
                  </a:lnTo>
                  <a:lnTo>
                    <a:pt x="267" y="496"/>
                  </a:lnTo>
                  <a:lnTo>
                    <a:pt x="243" y="496"/>
                  </a:lnTo>
                  <a:lnTo>
                    <a:pt x="243" y="508"/>
                  </a:lnTo>
                  <a:lnTo>
                    <a:pt x="231" y="496"/>
                  </a:lnTo>
                  <a:lnTo>
                    <a:pt x="231" y="508"/>
                  </a:lnTo>
                  <a:lnTo>
                    <a:pt x="231" y="520"/>
                  </a:lnTo>
                  <a:lnTo>
                    <a:pt x="219" y="508"/>
                  </a:lnTo>
                  <a:lnTo>
                    <a:pt x="219" y="520"/>
                  </a:lnTo>
                  <a:lnTo>
                    <a:pt x="194" y="520"/>
                  </a:lnTo>
                  <a:lnTo>
                    <a:pt x="194" y="532"/>
                  </a:lnTo>
                  <a:lnTo>
                    <a:pt x="182" y="520"/>
                  </a:lnTo>
                  <a:lnTo>
                    <a:pt x="182" y="532"/>
                  </a:lnTo>
                  <a:lnTo>
                    <a:pt x="170" y="532"/>
                  </a:lnTo>
                  <a:lnTo>
                    <a:pt x="170" y="544"/>
                  </a:lnTo>
                  <a:lnTo>
                    <a:pt x="146" y="544"/>
                  </a:lnTo>
                  <a:lnTo>
                    <a:pt x="146" y="557"/>
                  </a:lnTo>
                  <a:lnTo>
                    <a:pt x="134" y="544"/>
                  </a:lnTo>
                  <a:lnTo>
                    <a:pt x="134" y="557"/>
                  </a:lnTo>
                  <a:lnTo>
                    <a:pt x="122" y="557"/>
                  </a:lnTo>
                  <a:lnTo>
                    <a:pt x="122" y="569"/>
                  </a:lnTo>
                  <a:lnTo>
                    <a:pt x="110" y="557"/>
                  </a:lnTo>
                  <a:lnTo>
                    <a:pt x="110" y="569"/>
                  </a:lnTo>
                  <a:lnTo>
                    <a:pt x="98" y="569"/>
                  </a:lnTo>
                  <a:lnTo>
                    <a:pt x="98" y="581"/>
                  </a:lnTo>
                  <a:lnTo>
                    <a:pt x="86" y="569"/>
                  </a:lnTo>
                  <a:lnTo>
                    <a:pt x="86" y="581"/>
                  </a:lnTo>
                  <a:lnTo>
                    <a:pt x="73" y="581"/>
                  </a:lnTo>
                  <a:lnTo>
                    <a:pt x="73" y="593"/>
                  </a:lnTo>
                  <a:lnTo>
                    <a:pt x="61" y="581"/>
                  </a:lnTo>
                  <a:lnTo>
                    <a:pt x="61" y="593"/>
                  </a:lnTo>
                  <a:lnTo>
                    <a:pt x="49" y="593"/>
                  </a:lnTo>
                  <a:lnTo>
                    <a:pt x="49" y="605"/>
                  </a:lnTo>
                  <a:lnTo>
                    <a:pt x="37" y="593"/>
                  </a:lnTo>
                  <a:lnTo>
                    <a:pt x="37" y="605"/>
                  </a:lnTo>
                  <a:lnTo>
                    <a:pt x="25" y="605"/>
                  </a:lnTo>
                  <a:lnTo>
                    <a:pt x="25" y="617"/>
                  </a:lnTo>
                  <a:lnTo>
                    <a:pt x="13" y="605"/>
                  </a:lnTo>
                  <a:lnTo>
                    <a:pt x="13" y="617"/>
                  </a:lnTo>
                  <a:lnTo>
                    <a:pt x="1" y="617"/>
                  </a:lnTo>
                  <a:lnTo>
                    <a:pt x="1" y="16656"/>
                  </a:lnTo>
                  <a:lnTo>
                    <a:pt x="4243" y="19158"/>
                  </a:lnTo>
                  <a:lnTo>
                    <a:pt x="21201" y="11592"/>
                  </a:lnTo>
                  <a:lnTo>
                    <a:pt x="21201" y="11495"/>
                  </a:lnTo>
                  <a:lnTo>
                    <a:pt x="1282" y="1"/>
                  </a:lnTo>
                  <a:lnTo>
                    <a:pt x="1282" y="13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3" name="Google Shape;2168;p60">
              <a:extLst>
                <a:ext uri="{FF2B5EF4-FFF2-40B4-BE49-F238E27FC236}">
                  <a16:creationId xmlns:a16="http://schemas.microsoft.com/office/drawing/2014/main" id="{D4D78838-2076-9DCD-EFCE-E9C9047BF0A7}"/>
                </a:ext>
              </a:extLst>
            </p:cNvPr>
            <p:cNvSpPr/>
            <p:nvPr/>
          </p:nvSpPr>
          <p:spPr>
            <a:xfrm>
              <a:off x="3236541" y="1333004"/>
              <a:ext cx="1072002" cy="1155138"/>
            </a:xfrm>
            <a:custGeom>
              <a:avLst/>
              <a:gdLst/>
              <a:ahLst/>
              <a:cxnLst/>
              <a:rect l="l" t="t" r="r" b="b"/>
              <a:pathLst>
                <a:path w="16995" h="18313" extrusionOk="0">
                  <a:moveTo>
                    <a:pt x="16958" y="1"/>
                  </a:moveTo>
                  <a:lnTo>
                    <a:pt x="0" y="7567"/>
                  </a:lnTo>
                  <a:lnTo>
                    <a:pt x="8086" y="12354"/>
                  </a:lnTo>
                  <a:lnTo>
                    <a:pt x="9984" y="18312"/>
                  </a:lnTo>
                  <a:lnTo>
                    <a:pt x="9984" y="18276"/>
                  </a:lnTo>
                  <a:lnTo>
                    <a:pt x="9996" y="18300"/>
                  </a:lnTo>
                  <a:lnTo>
                    <a:pt x="9996" y="18264"/>
                  </a:lnTo>
                  <a:lnTo>
                    <a:pt x="10008" y="18300"/>
                  </a:lnTo>
                  <a:lnTo>
                    <a:pt x="10008" y="18264"/>
                  </a:lnTo>
                  <a:lnTo>
                    <a:pt x="10020" y="18288"/>
                  </a:lnTo>
                  <a:lnTo>
                    <a:pt x="10020" y="18252"/>
                  </a:lnTo>
                  <a:lnTo>
                    <a:pt x="10032" y="18288"/>
                  </a:lnTo>
                  <a:lnTo>
                    <a:pt x="10032" y="18252"/>
                  </a:lnTo>
                  <a:lnTo>
                    <a:pt x="10045" y="18288"/>
                  </a:lnTo>
                  <a:lnTo>
                    <a:pt x="10045" y="18276"/>
                  </a:lnTo>
                  <a:lnTo>
                    <a:pt x="10045" y="18240"/>
                  </a:lnTo>
                  <a:lnTo>
                    <a:pt x="10057" y="18276"/>
                  </a:lnTo>
                  <a:lnTo>
                    <a:pt x="10057" y="18240"/>
                  </a:lnTo>
                  <a:lnTo>
                    <a:pt x="10069" y="18264"/>
                  </a:lnTo>
                  <a:lnTo>
                    <a:pt x="10069" y="18228"/>
                  </a:lnTo>
                  <a:lnTo>
                    <a:pt x="10081" y="18264"/>
                  </a:lnTo>
                  <a:lnTo>
                    <a:pt x="10081" y="18228"/>
                  </a:lnTo>
                  <a:lnTo>
                    <a:pt x="10093" y="18264"/>
                  </a:lnTo>
                  <a:lnTo>
                    <a:pt x="10093" y="18228"/>
                  </a:lnTo>
                  <a:lnTo>
                    <a:pt x="10105" y="18252"/>
                  </a:lnTo>
                  <a:lnTo>
                    <a:pt x="10105" y="18216"/>
                  </a:lnTo>
                  <a:lnTo>
                    <a:pt x="10117" y="18240"/>
                  </a:lnTo>
                  <a:lnTo>
                    <a:pt x="10117" y="18204"/>
                  </a:lnTo>
                  <a:lnTo>
                    <a:pt x="10129" y="18240"/>
                  </a:lnTo>
                  <a:lnTo>
                    <a:pt x="10129" y="18204"/>
                  </a:lnTo>
                  <a:lnTo>
                    <a:pt x="10141" y="18240"/>
                  </a:lnTo>
                  <a:lnTo>
                    <a:pt x="10141" y="18204"/>
                  </a:lnTo>
                  <a:lnTo>
                    <a:pt x="10153" y="18228"/>
                  </a:lnTo>
                  <a:lnTo>
                    <a:pt x="10153" y="18192"/>
                  </a:lnTo>
                  <a:lnTo>
                    <a:pt x="10165" y="18228"/>
                  </a:lnTo>
                  <a:lnTo>
                    <a:pt x="10165" y="18216"/>
                  </a:lnTo>
                  <a:lnTo>
                    <a:pt x="10165" y="18180"/>
                  </a:lnTo>
                  <a:lnTo>
                    <a:pt x="10178" y="18216"/>
                  </a:lnTo>
                  <a:lnTo>
                    <a:pt x="10178" y="18180"/>
                  </a:lnTo>
                  <a:lnTo>
                    <a:pt x="10190" y="18216"/>
                  </a:lnTo>
                  <a:lnTo>
                    <a:pt x="10190" y="18180"/>
                  </a:lnTo>
                  <a:lnTo>
                    <a:pt x="10202" y="18204"/>
                  </a:lnTo>
                  <a:lnTo>
                    <a:pt x="10202" y="18167"/>
                  </a:lnTo>
                  <a:lnTo>
                    <a:pt x="10214" y="18204"/>
                  </a:lnTo>
                  <a:lnTo>
                    <a:pt x="10214" y="18192"/>
                  </a:lnTo>
                  <a:lnTo>
                    <a:pt x="10226" y="18155"/>
                  </a:lnTo>
                  <a:lnTo>
                    <a:pt x="10238" y="18192"/>
                  </a:lnTo>
                  <a:lnTo>
                    <a:pt x="10238" y="18155"/>
                  </a:lnTo>
                  <a:lnTo>
                    <a:pt x="10250" y="18180"/>
                  </a:lnTo>
                  <a:lnTo>
                    <a:pt x="10250" y="18143"/>
                  </a:lnTo>
                  <a:lnTo>
                    <a:pt x="10262" y="18180"/>
                  </a:lnTo>
                  <a:lnTo>
                    <a:pt x="10262" y="18143"/>
                  </a:lnTo>
                  <a:lnTo>
                    <a:pt x="10274" y="18167"/>
                  </a:lnTo>
                  <a:lnTo>
                    <a:pt x="10286" y="18131"/>
                  </a:lnTo>
                  <a:lnTo>
                    <a:pt x="10298" y="18155"/>
                  </a:lnTo>
                  <a:lnTo>
                    <a:pt x="10298" y="18119"/>
                  </a:lnTo>
                  <a:lnTo>
                    <a:pt x="10310" y="18155"/>
                  </a:lnTo>
                  <a:lnTo>
                    <a:pt x="10310" y="18119"/>
                  </a:lnTo>
                  <a:lnTo>
                    <a:pt x="10323" y="18143"/>
                  </a:lnTo>
                  <a:lnTo>
                    <a:pt x="10323" y="18107"/>
                  </a:lnTo>
                  <a:lnTo>
                    <a:pt x="10335" y="18143"/>
                  </a:lnTo>
                  <a:lnTo>
                    <a:pt x="10335" y="18107"/>
                  </a:lnTo>
                  <a:lnTo>
                    <a:pt x="10347" y="18131"/>
                  </a:lnTo>
                  <a:lnTo>
                    <a:pt x="10347" y="18095"/>
                  </a:lnTo>
                  <a:lnTo>
                    <a:pt x="10359" y="18131"/>
                  </a:lnTo>
                  <a:lnTo>
                    <a:pt x="10359" y="18095"/>
                  </a:lnTo>
                  <a:lnTo>
                    <a:pt x="10371" y="18119"/>
                  </a:lnTo>
                  <a:lnTo>
                    <a:pt x="10371" y="18083"/>
                  </a:lnTo>
                  <a:lnTo>
                    <a:pt x="10383" y="18119"/>
                  </a:lnTo>
                  <a:lnTo>
                    <a:pt x="10383" y="18083"/>
                  </a:lnTo>
                  <a:lnTo>
                    <a:pt x="10395" y="18119"/>
                  </a:lnTo>
                  <a:lnTo>
                    <a:pt x="10395" y="18107"/>
                  </a:lnTo>
                  <a:lnTo>
                    <a:pt x="10395" y="18071"/>
                  </a:lnTo>
                  <a:lnTo>
                    <a:pt x="10407" y="18107"/>
                  </a:lnTo>
                  <a:lnTo>
                    <a:pt x="10407" y="18071"/>
                  </a:lnTo>
                  <a:lnTo>
                    <a:pt x="10419" y="18095"/>
                  </a:lnTo>
                  <a:lnTo>
                    <a:pt x="10419" y="18059"/>
                  </a:lnTo>
                  <a:lnTo>
                    <a:pt x="10431" y="18095"/>
                  </a:lnTo>
                  <a:lnTo>
                    <a:pt x="10431" y="18059"/>
                  </a:lnTo>
                  <a:lnTo>
                    <a:pt x="10443" y="18095"/>
                  </a:lnTo>
                  <a:lnTo>
                    <a:pt x="10443" y="18059"/>
                  </a:lnTo>
                  <a:lnTo>
                    <a:pt x="10456" y="18083"/>
                  </a:lnTo>
                  <a:lnTo>
                    <a:pt x="10456" y="18047"/>
                  </a:lnTo>
                  <a:lnTo>
                    <a:pt x="10468" y="18071"/>
                  </a:lnTo>
                  <a:lnTo>
                    <a:pt x="10468" y="18034"/>
                  </a:lnTo>
                  <a:lnTo>
                    <a:pt x="10480" y="18071"/>
                  </a:lnTo>
                  <a:lnTo>
                    <a:pt x="10480" y="18034"/>
                  </a:lnTo>
                  <a:lnTo>
                    <a:pt x="10492" y="18071"/>
                  </a:lnTo>
                  <a:lnTo>
                    <a:pt x="10492" y="18034"/>
                  </a:lnTo>
                  <a:lnTo>
                    <a:pt x="10504" y="18059"/>
                  </a:lnTo>
                  <a:lnTo>
                    <a:pt x="10504" y="18022"/>
                  </a:lnTo>
                  <a:lnTo>
                    <a:pt x="10516" y="18059"/>
                  </a:lnTo>
                  <a:lnTo>
                    <a:pt x="10516" y="18022"/>
                  </a:lnTo>
                  <a:lnTo>
                    <a:pt x="10528" y="18047"/>
                  </a:lnTo>
                  <a:lnTo>
                    <a:pt x="10528" y="18010"/>
                  </a:lnTo>
                  <a:lnTo>
                    <a:pt x="10540" y="18047"/>
                  </a:lnTo>
                  <a:lnTo>
                    <a:pt x="10540" y="18010"/>
                  </a:lnTo>
                  <a:lnTo>
                    <a:pt x="10552" y="18034"/>
                  </a:lnTo>
                  <a:lnTo>
                    <a:pt x="10552" y="17998"/>
                  </a:lnTo>
                  <a:lnTo>
                    <a:pt x="10564" y="18034"/>
                  </a:lnTo>
                  <a:lnTo>
                    <a:pt x="10564" y="18022"/>
                  </a:lnTo>
                  <a:lnTo>
                    <a:pt x="10576" y="17998"/>
                  </a:lnTo>
                  <a:lnTo>
                    <a:pt x="10576" y="17986"/>
                  </a:lnTo>
                  <a:lnTo>
                    <a:pt x="10588" y="18022"/>
                  </a:lnTo>
                  <a:lnTo>
                    <a:pt x="10588" y="17986"/>
                  </a:lnTo>
                  <a:lnTo>
                    <a:pt x="10601" y="18010"/>
                  </a:lnTo>
                  <a:lnTo>
                    <a:pt x="10601" y="17974"/>
                  </a:lnTo>
                  <a:lnTo>
                    <a:pt x="10613" y="18010"/>
                  </a:lnTo>
                  <a:lnTo>
                    <a:pt x="10613" y="17974"/>
                  </a:lnTo>
                  <a:lnTo>
                    <a:pt x="10625" y="17998"/>
                  </a:lnTo>
                  <a:lnTo>
                    <a:pt x="10625" y="17962"/>
                  </a:lnTo>
                  <a:lnTo>
                    <a:pt x="10637" y="17998"/>
                  </a:lnTo>
                  <a:lnTo>
                    <a:pt x="10637" y="17962"/>
                  </a:lnTo>
                  <a:lnTo>
                    <a:pt x="10649" y="17986"/>
                  </a:lnTo>
                  <a:lnTo>
                    <a:pt x="10649" y="17950"/>
                  </a:lnTo>
                  <a:lnTo>
                    <a:pt x="10661" y="17986"/>
                  </a:lnTo>
                  <a:lnTo>
                    <a:pt x="10661" y="17950"/>
                  </a:lnTo>
                  <a:lnTo>
                    <a:pt x="10673" y="17974"/>
                  </a:lnTo>
                  <a:lnTo>
                    <a:pt x="10673" y="17950"/>
                  </a:lnTo>
                  <a:lnTo>
                    <a:pt x="10685" y="17974"/>
                  </a:lnTo>
                  <a:lnTo>
                    <a:pt x="10685" y="17938"/>
                  </a:lnTo>
                  <a:lnTo>
                    <a:pt x="10697" y="17962"/>
                  </a:lnTo>
                  <a:lnTo>
                    <a:pt x="10697" y="17926"/>
                  </a:lnTo>
                  <a:lnTo>
                    <a:pt x="10709" y="17962"/>
                  </a:lnTo>
                  <a:lnTo>
                    <a:pt x="10709" y="17926"/>
                  </a:lnTo>
                  <a:lnTo>
                    <a:pt x="10721" y="17950"/>
                  </a:lnTo>
                  <a:lnTo>
                    <a:pt x="10721" y="17926"/>
                  </a:lnTo>
                  <a:lnTo>
                    <a:pt x="10734" y="17950"/>
                  </a:lnTo>
                  <a:lnTo>
                    <a:pt x="10734" y="17914"/>
                  </a:lnTo>
                  <a:lnTo>
                    <a:pt x="10746" y="17950"/>
                  </a:lnTo>
                  <a:lnTo>
                    <a:pt x="10746" y="17938"/>
                  </a:lnTo>
                  <a:lnTo>
                    <a:pt x="10746" y="17902"/>
                  </a:lnTo>
                  <a:lnTo>
                    <a:pt x="10758" y="17938"/>
                  </a:lnTo>
                  <a:lnTo>
                    <a:pt x="10758" y="17902"/>
                  </a:lnTo>
                  <a:lnTo>
                    <a:pt x="10770" y="17926"/>
                  </a:lnTo>
                  <a:lnTo>
                    <a:pt x="10770" y="17902"/>
                  </a:lnTo>
                  <a:lnTo>
                    <a:pt x="10782" y="17926"/>
                  </a:lnTo>
                  <a:lnTo>
                    <a:pt x="10782" y="17889"/>
                  </a:lnTo>
                  <a:lnTo>
                    <a:pt x="10794" y="17926"/>
                  </a:lnTo>
                  <a:lnTo>
                    <a:pt x="10794" y="17889"/>
                  </a:lnTo>
                  <a:lnTo>
                    <a:pt x="10806" y="17914"/>
                  </a:lnTo>
                  <a:lnTo>
                    <a:pt x="10806" y="17877"/>
                  </a:lnTo>
                  <a:lnTo>
                    <a:pt x="10818" y="17902"/>
                  </a:lnTo>
                  <a:lnTo>
                    <a:pt x="10818" y="17877"/>
                  </a:lnTo>
                  <a:lnTo>
                    <a:pt x="10830" y="17902"/>
                  </a:lnTo>
                  <a:lnTo>
                    <a:pt x="10830" y="17865"/>
                  </a:lnTo>
                  <a:lnTo>
                    <a:pt x="10842" y="17902"/>
                  </a:lnTo>
                  <a:lnTo>
                    <a:pt x="10842" y="17865"/>
                  </a:lnTo>
                  <a:lnTo>
                    <a:pt x="10854" y="17889"/>
                  </a:lnTo>
                  <a:lnTo>
                    <a:pt x="10854" y="17853"/>
                  </a:lnTo>
                  <a:lnTo>
                    <a:pt x="10866" y="17889"/>
                  </a:lnTo>
                  <a:lnTo>
                    <a:pt x="10866" y="17853"/>
                  </a:lnTo>
                  <a:lnTo>
                    <a:pt x="10879" y="17877"/>
                  </a:lnTo>
                  <a:lnTo>
                    <a:pt x="10879" y="17841"/>
                  </a:lnTo>
                  <a:lnTo>
                    <a:pt x="10891" y="17877"/>
                  </a:lnTo>
                  <a:lnTo>
                    <a:pt x="10891" y="17841"/>
                  </a:lnTo>
                  <a:lnTo>
                    <a:pt x="10903" y="17865"/>
                  </a:lnTo>
                  <a:lnTo>
                    <a:pt x="10903" y="17829"/>
                  </a:lnTo>
                  <a:lnTo>
                    <a:pt x="10915" y="17865"/>
                  </a:lnTo>
                  <a:lnTo>
                    <a:pt x="10915" y="17853"/>
                  </a:lnTo>
                  <a:lnTo>
                    <a:pt x="10927" y="17829"/>
                  </a:lnTo>
                  <a:lnTo>
                    <a:pt x="10927" y="17817"/>
                  </a:lnTo>
                  <a:lnTo>
                    <a:pt x="10939" y="17853"/>
                  </a:lnTo>
                  <a:lnTo>
                    <a:pt x="10939" y="17817"/>
                  </a:lnTo>
                  <a:lnTo>
                    <a:pt x="10951" y="17841"/>
                  </a:lnTo>
                  <a:lnTo>
                    <a:pt x="10951" y="17805"/>
                  </a:lnTo>
                  <a:lnTo>
                    <a:pt x="10963" y="17841"/>
                  </a:lnTo>
                  <a:lnTo>
                    <a:pt x="10963" y="17805"/>
                  </a:lnTo>
                  <a:lnTo>
                    <a:pt x="10975" y="17829"/>
                  </a:lnTo>
                  <a:lnTo>
                    <a:pt x="10975" y="17793"/>
                  </a:lnTo>
                  <a:lnTo>
                    <a:pt x="10987" y="17829"/>
                  </a:lnTo>
                  <a:lnTo>
                    <a:pt x="10987" y="17793"/>
                  </a:lnTo>
                  <a:lnTo>
                    <a:pt x="10999" y="17817"/>
                  </a:lnTo>
                  <a:lnTo>
                    <a:pt x="10999" y="17781"/>
                  </a:lnTo>
                  <a:lnTo>
                    <a:pt x="11012" y="17817"/>
                  </a:lnTo>
                  <a:lnTo>
                    <a:pt x="11012" y="17781"/>
                  </a:lnTo>
                  <a:lnTo>
                    <a:pt x="11024" y="17805"/>
                  </a:lnTo>
                  <a:lnTo>
                    <a:pt x="11024" y="17781"/>
                  </a:lnTo>
                  <a:lnTo>
                    <a:pt x="11036" y="17805"/>
                  </a:lnTo>
                  <a:lnTo>
                    <a:pt x="11036" y="17769"/>
                  </a:lnTo>
                  <a:lnTo>
                    <a:pt x="11048" y="17793"/>
                  </a:lnTo>
                  <a:lnTo>
                    <a:pt x="11048" y="17756"/>
                  </a:lnTo>
                  <a:lnTo>
                    <a:pt x="11060" y="17793"/>
                  </a:lnTo>
                  <a:lnTo>
                    <a:pt x="11060" y="17756"/>
                  </a:lnTo>
                  <a:lnTo>
                    <a:pt x="11072" y="17781"/>
                  </a:lnTo>
                  <a:lnTo>
                    <a:pt x="11072" y="17756"/>
                  </a:lnTo>
                  <a:lnTo>
                    <a:pt x="11084" y="17781"/>
                  </a:lnTo>
                  <a:lnTo>
                    <a:pt x="11084" y="17744"/>
                  </a:lnTo>
                  <a:lnTo>
                    <a:pt x="11096" y="17781"/>
                  </a:lnTo>
                  <a:lnTo>
                    <a:pt x="11096" y="17769"/>
                  </a:lnTo>
                  <a:lnTo>
                    <a:pt x="11096" y="17732"/>
                  </a:lnTo>
                  <a:lnTo>
                    <a:pt x="11108" y="17769"/>
                  </a:lnTo>
                  <a:lnTo>
                    <a:pt x="11108" y="17732"/>
                  </a:lnTo>
                  <a:lnTo>
                    <a:pt x="11120" y="17756"/>
                  </a:lnTo>
                  <a:lnTo>
                    <a:pt x="11120" y="17732"/>
                  </a:lnTo>
                  <a:lnTo>
                    <a:pt x="11132" y="17756"/>
                  </a:lnTo>
                  <a:lnTo>
                    <a:pt x="11132" y="17720"/>
                  </a:lnTo>
                  <a:lnTo>
                    <a:pt x="11144" y="17756"/>
                  </a:lnTo>
                  <a:lnTo>
                    <a:pt x="11144" y="17720"/>
                  </a:lnTo>
                  <a:lnTo>
                    <a:pt x="11157" y="17744"/>
                  </a:lnTo>
                  <a:lnTo>
                    <a:pt x="11157" y="17708"/>
                  </a:lnTo>
                  <a:lnTo>
                    <a:pt x="11169" y="17732"/>
                  </a:lnTo>
                  <a:lnTo>
                    <a:pt x="11169" y="17708"/>
                  </a:lnTo>
                  <a:lnTo>
                    <a:pt x="11181" y="17732"/>
                  </a:lnTo>
                  <a:lnTo>
                    <a:pt x="11181" y="17696"/>
                  </a:lnTo>
                  <a:lnTo>
                    <a:pt x="11193" y="17732"/>
                  </a:lnTo>
                  <a:lnTo>
                    <a:pt x="11193" y="17696"/>
                  </a:lnTo>
                  <a:lnTo>
                    <a:pt x="11205" y="17720"/>
                  </a:lnTo>
                  <a:lnTo>
                    <a:pt x="11217" y="17684"/>
                  </a:lnTo>
                  <a:lnTo>
                    <a:pt x="11229" y="17708"/>
                  </a:lnTo>
                  <a:lnTo>
                    <a:pt x="11229" y="17672"/>
                  </a:lnTo>
                  <a:lnTo>
                    <a:pt x="11241" y="17708"/>
                  </a:lnTo>
                  <a:lnTo>
                    <a:pt x="11241" y="17672"/>
                  </a:lnTo>
                  <a:lnTo>
                    <a:pt x="11253" y="17696"/>
                  </a:lnTo>
                  <a:lnTo>
                    <a:pt x="11253" y="17660"/>
                  </a:lnTo>
                  <a:lnTo>
                    <a:pt x="11265" y="17696"/>
                  </a:lnTo>
                  <a:lnTo>
                    <a:pt x="11302" y="14082"/>
                  </a:lnTo>
                  <a:lnTo>
                    <a:pt x="15725" y="16487"/>
                  </a:lnTo>
                  <a:lnTo>
                    <a:pt x="15725" y="16475"/>
                  </a:lnTo>
                  <a:lnTo>
                    <a:pt x="15737" y="16487"/>
                  </a:lnTo>
                  <a:lnTo>
                    <a:pt x="15737" y="16475"/>
                  </a:lnTo>
                  <a:lnTo>
                    <a:pt x="15750" y="16475"/>
                  </a:lnTo>
                  <a:lnTo>
                    <a:pt x="15750" y="16463"/>
                  </a:lnTo>
                  <a:lnTo>
                    <a:pt x="15762" y="16475"/>
                  </a:lnTo>
                  <a:lnTo>
                    <a:pt x="15762" y="16463"/>
                  </a:lnTo>
                  <a:lnTo>
                    <a:pt x="15786" y="16463"/>
                  </a:lnTo>
                  <a:lnTo>
                    <a:pt x="15786" y="16451"/>
                  </a:lnTo>
                  <a:lnTo>
                    <a:pt x="15798" y="16451"/>
                  </a:lnTo>
                  <a:lnTo>
                    <a:pt x="15798" y="16439"/>
                  </a:lnTo>
                  <a:lnTo>
                    <a:pt x="15810" y="16451"/>
                  </a:lnTo>
                  <a:lnTo>
                    <a:pt x="15810" y="16439"/>
                  </a:lnTo>
                  <a:lnTo>
                    <a:pt x="15834" y="16439"/>
                  </a:lnTo>
                  <a:lnTo>
                    <a:pt x="15834" y="16427"/>
                  </a:lnTo>
                  <a:lnTo>
                    <a:pt x="15846" y="16427"/>
                  </a:lnTo>
                  <a:lnTo>
                    <a:pt x="15846" y="16415"/>
                  </a:lnTo>
                  <a:lnTo>
                    <a:pt x="15858" y="16427"/>
                  </a:lnTo>
                  <a:lnTo>
                    <a:pt x="15858" y="16415"/>
                  </a:lnTo>
                  <a:lnTo>
                    <a:pt x="15883" y="16415"/>
                  </a:lnTo>
                  <a:lnTo>
                    <a:pt x="15883" y="16403"/>
                  </a:lnTo>
                  <a:lnTo>
                    <a:pt x="15895" y="16415"/>
                  </a:lnTo>
                  <a:lnTo>
                    <a:pt x="15895" y="16403"/>
                  </a:lnTo>
                  <a:lnTo>
                    <a:pt x="15895" y="16391"/>
                  </a:lnTo>
                  <a:lnTo>
                    <a:pt x="15907" y="16403"/>
                  </a:lnTo>
                  <a:lnTo>
                    <a:pt x="15907" y="16391"/>
                  </a:lnTo>
                  <a:lnTo>
                    <a:pt x="15931" y="16391"/>
                  </a:lnTo>
                  <a:lnTo>
                    <a:pt x="15931" y="16379"/>
                  </a:lnTo>
                  <a:lnTo>
                    <a:pt x="15943" y="16391"/>
                  </a:lnTo>
                  <a:lnTo>
                    <a:pt x="15943" y="16379"/>
                  </a:lnTo>
                  <a:lnTo>
                    <a:pt x="15955" y="16379"/>
                  </a:lnTo>
                  <a:lnTo>
                    <a:pt x="15955" y="16366"/>
                  </a:lnTo>
                  <a:lnTo>
                    <a:pt x="15979" y="16366"/>
                  </a:lnTo>
                  <a:lnTo>
                    <a:pt x="15979" y="16354"/>
                  </a:lnTo>
                  <a:lnTo>
                    <a:pt x="15991" y="16366"/>
                  </a:lnTo>
                  <a:lnTo>
                    <a:pt x="15991" y="16354"/>
                  </a:lnTo>
                  <a:lnTo>
                    <a:pt x="16003" y="16354"/>
                  </a:lnTo>
                  <a:lnTo>
                    <a:pt x="16003" y="16342"/>
                  </a:lnTo>
                  <a:lnTo>
                    <a:pt x="16015" y="16354"/>
                  </a:lnTo>
                  <a:lnTo>
                    <a:pt x="16015" y="16342"/>
                  </a:lnTo>
                  <a:lnTo>
                    <a:pt x="16028" y="16342"/>
                  </a:lnTo>
                  <a:lnTo>
                    <a:pt x="16028" y="16330"/>
                  </a:lnTo>
                  <a:lnTo>
                    <a:pt x="16040" y="16342"/>
                  </a:lnTo>
                  <a:lnTo>
                    <a:pt x="16040" y="16330"/>
                  </a:lnTo>
                  <a:lnTo>
                    <a:pt x="16052" y="16330"/>
                  </a:lnTo>
                  <a:lnTo>
                    <a:pt x="16052" y="16318"/>
                  </a:lnTo>
                  <a:lnTo>
                    <a:pt x="16064" y="16330"/>
                  </a:lnTo>
                  <a:lnTo>
                    <a:pt x="16064" y="16318"/>
                  </a:lnTo>
                  <a:lnTo>
                    <a:pt x="16076" y="16318"/>
                  </a:lnTo>
                  <a:lnTo>
                    <a:pt x="16076" y="16306"/>
                  </a:lnTo>
                  <a:lnTo>
                    <a:pt x="16088" y="16318"/>
                  </a:lnTo>
                  <a:lnTo>
                    <a:pt x="16088" y="16306"/>
                  </a:lnTo>
                  <a:lnTo>
                    <a:pt x="16100" y="16306"/>
                  </a:lnTo>
                  <a:lnTo>
                    <a:pt x="16100" y="16294"/>
                  </a:lnTo>
                  <a:lnTo>
                    <a:pt x="16112" y="16306"/>
                  </a:lnTo>
                  <a:lnTo>
                    <a:pt x="16112" y="16294"/>
                  </a:lnTo>
                  <a:lnTo>
                    <a:pt x="16124" y="16294"/>
                  </a:lnTo>
                  <a:lnTo>
                    <a:pt x="16124" y="16282"/>
                  </a:lnTo>
                  <a:lnTo>
                    <a:pt x="16136" y="16294"/>
                  </a:lnTo>
                  <a:lnTo>
                    <a:pt x="16136" y="16282"/>
                  </a:lnTo>
                  <a:lnTo>
                    <a:pt x="16148" y="16282"/>
                  </a:lnTo>
                  <a:lnTo>
                    <a:pt x="16148" y="16270"/>
                  </a:lnTo>
                  <a:lnTo>
                    <a:pt x="16161" y="16282"/>
                  </a:lnTo>
                  <a:lnTo>
                    <a:pt x="16161" y="16270"/>
                  </a:lnTo>
                  <a:lnTo>
                    <a:pt x="16185" y="16270"/>
                  </a:lnTo>
                  <a:lnTo>
                    <a:pt x="16185" y="16258"/>
                  </a:lnTo>
                  <a:lnTo>
                    <a:pt x="16197" y="16258"/>
                  </a:lnTo>
                  <a:lnTo>
                    <a:pt x="16197" y="16246"/>
                  </a:lnTo>
                  <a:lnTo>
                    <a:pt x="16209" y="16258"/>
                  </a:lnTo>
                  <a:lnTo>
                    <a:pt x="16209" y="16246"/>
                  </a:lnTo>
                  <a:lnTo>
                    <a:pt x="16233" y="16246"/>
                  </a:lnTo>
                  <a:lnTo>
                    <a:pt x="16233" y="16234"/>
                  </a:lnTo>
                  <a:lnTo>
                    <a:pt x="16245" y="16246"/>
                  </a:lnTo>
                  <a:lnTo>
                    <a:pt x="16245" y="16234"/>
                  </a:lnTo>
                  <a:lnTo>
                    <a:pt x="16245" y="16221"/>
                  </a:lnTo>
                  <a:lnTo>
                    <a:pt x="16257" y="16234"/>
                  </a:lnTo>
                  <a:lnTo>
                    <a:pt x="16257" y="16221"/>
                  </a:lnTo>
                  <a:lnTo>
                    <a:pt x="16281" y="16221"/>
                  </a:lnTo>
                  <a:lnTo>
                    <a:pt x="16281" y="16209"/>
                  </a:lnTo>
                  <a:lnTo>
                    <a:pt x="16293" y="16221"/>
                  </a:lnTo>
                  <a:lnTo>
                    <a:pt x="16293" y="16209"/>
                  </a:lnTo>
                  <a:lnTo>
                    <a:pt x="16306" y="16209"/>
                  </a:lnTo>
                  <a:lnTo>
                    <a:pt x="16306" y="16197"/>
                  </a:lnTo>
                  <a:lnTo>
                    <a:pt x="16330" y="16197"/>
                  </a:lnTo>
                  <a:lnTo>
                    <a:pt x="16330" y="16185"/>
                  </a:lnTo>
                  <a:lnTo>
                    <a:pt x="16342" y="16197"/>
                  </a:lnTo>
                  <a:lnTo>
                    <a:pt x="16342" y="16185"/>
                  </a:lnTo>
                  <a:lnTo>
                    <a:pt x="16354" y="16185"/>
                  </a:lnTo>
                  <a:lnTo>
                    <a:pt x="16354" y="16173"/>
                  </a:lnTo>
                  <a:lnTo>
                    <a:pt x="16366" y="16185"/>
                  </a:lnTo>
                  <a:lnTo>
                    <a:pt x="16366" y="16173"/>
                  </a:lnTo>
                  <a:lnTo>
                    <a:pt x="16378" y="16173"/>
                  </a:lnTo>
                  <a:lnTo>
                    <a:pt x="16378" y="16161"/>
                  </a:lnTo>
                  <a:lnTo>
                    <a:pt x="16390" y="16173"/>
                  </a:lnTo>
                  <a:lnTo>
                    <a:pt x="16390" y="16161"/>
                  </a:lnTo>
                  <a:lnTo>
                    <a:pt x="16402" y="16161"/>
                  </a:lnTo>
                  <a:lnTo>
                    <a:pt x="16402" y="16149"/>
                  </a:lnTo>
                  <a:lnTo>
                    <a:pt x="16414" y="16161"/>
                  </a:lnTo>
                  <a:lnTo>
                    <a:pt x="16414" y="16149"/>
                  </a:lnTo>
                  <a:lnTo>
                    <a:pt x="16426" y="16149"/>
                  </a:lnTo>
                  <a:lnTo>
                    <a:pt x="16426" y="16137"/>
                  </a:lnTo>
                  <a:lnTo>
                    <a:pt x="16438" y="16149"/>
                  </a:lnTo>
                  <a:lnTo>
                    <a:pt x="16438" y="16137"/>
                  </a:lnTo>
                  <a:lnTo>
                    <a:pt x="16451" y="16137"/>
                  </a:lnTo>
                  <a:lnTo>
                    <a:pt x="16451" y="16125"/>
                  </a:lnTo>
                  <a:lnTo>
                    <a:pt x="16463" y="16137"/>
                  </a:lnTo>
                  <a:lnTo>
                    <a:pt x="16463" y="16125"/>
                  </a:lnTo>
                  <a:lnTo>
                    <a:pt x="16475" y="16137"/>
                  </a:lnTo>
                  <a:lnTo>
                    <a:pt x="16475" y="16125"/>
                  </a:lnTo>
                  <a:lnTo>
                    <a:pt x="16475" y="16113"/>
                  </a:lnTo>
                  <a:lnTo>
                    <a:pt x="16487" y="16125"/>
                  </a:lnTo>
                  <a:lnTo>
                    <a:pt x="16487" y="16113"/>
                  </a:lnTo>
                  <a:lnTo>
                    <a:pt x="16499" y="16113"/>
                  </a:lnTo>
                  <a:lnTo>
                    <a:pt x="16499" y="16101"/>
                  </a:lnTo>
                  <a:lnTo>
                    <a:pt x="16511" y="16113"/>
                  </a:lnTo>
                  <a:lnTo>
                    <a:pt x="16511" y="16101"/>
                  </a:lnTo>
                  <a:lnTo>
                    <a:pt x="16523" y="16113"/>
                  </a:lnTo>
                  <a:lnTo>
                    <a:pt x="16523" y="16101"/>
                  </a:lnTo>
                  <a:lnTo>
                    <a:pt x="16535" y="16101"/>
                  </a:lnTo>
                  <a:lnTo>
                    <a:pt x="16535" y="16088"/>
                  </a:lnTo>
                  <a:lnTo>
                    <a:pt x="16547" y="16088"/>
                  </a:lnTo>
                  <a:lnTo>
                    <a:pt x="16547" y="16076"/>
                  </a:lnTo>
                  <a:lnTo>
                    <a:pt x="16559" y="16088"/>
                  </a:lnTo>
                  <a:lnTo>
                    <a:pt x="16559" y="16076"/>
                  </a:lnTo>
                  <a:lnTo>
                    <a:pt x="16571" y="16088"/>
                  </a:lnTo>
                  <a:lnTo>
                    <a:pt x="16571" y="16076"/>
                  </a:lnTo>
                  <a:lnTo>
                    <a:pt x="16584" y="16076"/>
                  </a:lnTo>
                  <a:lnTo>
                    <a:pt x="16584" y="16064"/>
                  </a:lnTo>
                  <a:lnTo>
                    <a:pt x="16596" y="16076"/>
                  </a:lnTo>
                  <a:lnTo>
                    <a:pt x="16596" y="16064"/>
                  </a:lnTo>
                  <a:lnTo>
                    <a:pt x="16596" y="16052"/>
                  </a:lnTo>
                  <a:lnTo>
                    <a:pt x="16608" y="16064"/>
                  </a:lnTo>
                  <a:lnTo>
                    <a:pt x="16608" y="16052"/>
                  </a:lnTo>
                  <a:lnTo>
                    <a:pt x="16620" y="16064"/>
                  </a:lnTo>
                  <a:lnTo>
                    <a:pt x="16620" y="16052"/>
                  </a:lnTo>
                  <a:lnTo>
                    <a:pt x="16632" y="16052"/>
                  </a:lnTo>
                  <a:lnTo>
                    <a:pt x="16632" y="16040"/>
                  </a:lnTo>
                  <a:lnTo>
                    <a:pt x="16644" y="16052"/>
                  </a:lnTo>
                  <a:lnTo>
                    <a:pt x="16644" y="16040"/>
                  </a:lnTo>
                  <a:lnTo>
                    <a:pt x="16656" y="16040"/>
                  </a:lnTo>
                  <a:lnTo>
                    <a:pt x="16656" y="16028"/>
                  </a:lnTo>
                  <a:lnTo>
                    <a:pt x="16668" y="16040"/>
                  </a:lnTo>
                  <a:lnTo>
                    <a:pt x="16668" y="16028"/>
                  </a:lnTo>
                  <a:lnTo>
                    <a:pt x="16680" y="16028"/>
                  </a:lnTo>
                  <a:lnTo>
                    <a:pt x="16680" y="16016"/>
                  </a:lnTo>
                  <a:lnTo>
                    <a:pt x="16692" y="16028"/>
                  </a:lnTo>
                  <a:lnTo>
                    <a:pt x="16692" y="16016"/>
                  </a:lnTo>
                  <a:lnTo>
                    <a:pt x="16704" y="16016"/>
                  </a:lnTo>
                  <a:lnTo>
                    <a:pt x="16704" y="16004"/>
                  </a:lnTo>
                  <a:lnTo>
                    <a:pt x="16716" y="16016"/>
                  </a:lnTo>
                  <a:lnTo>
                    <a:pt x="16716" y="16004"/>
                  </a:lnTo>
                  <a:lnTo>
                    <a:pt x="16729" y="16004"/>
                  </a:lnTo>
                  <a:lnTo>
                    <a:pt x="16729" y="15992"/>
                  </a:lnTo>
                  <a:lnTo>
                    <a:pt x="16741" y="16004"/>
                  </a:lnTo>
                  <a:lnTo>
                    <a:pt x="16741" y="15992"/>
                  </a:lnTo>
                  <a:lnTo>
                    <a:pt x="16753" y="15992"/>
                  </a:lnTo>
                  <a:lnTo>
                    <a:pt x="16753" y="15980"/>
                  </a:lnTo>
                  <a:lnTo>
                    <a:pt x="16765" y="15992"/>
                  </a:lnTo>
                  <a:lnTo>
                    <a:pt x="16765" y="15980"/>
                  </a:lnTo>
                  <a:lnTo>
                    <a:pt x="16777" y="15992"/>
                  </a:lnTo>
                  <a:lnTo>
                    <a:pt x="16777" y="15980"/>
                  </a:lnTo>
                  <a:lnTo>
                    <a:pt x="16777" y="15968"/>
                  </a:lnTo>
                  <a:lnTo>
                    <a:pt x="16789" y="15980"/>
                  </a:lnTo>
                  <a:lnTo>
                    <a:pt x="16789" y="15968"/>
                  </a:lnTo>
                  <a:lnTo>
                    <a:pt x="16801" y="15968"/>
                  </a:lnTo>
                  <a:lnTo>
                    <a:pt x="16801" y="15956"/>
                  </a:lnTo>
                  <a:lnTo>
                    <a:pt x="16813" y="15968"/>
                  </a:lnTo>
                  <a:lnTo>
                    <a:pt x="16813" y="15956"/>
                  </a:lnTo>
                  <a:lnTo>
                    <a:pt x="16825" y="15968"/>
                  </a:lnTo>
                  <a:lnTo>
                    <a:pt x="16825" y="15956"/>
                  </a:lnTo>
                  <a:lnTo>
                    <a:pt x="16825" y="15943"/>
                  </a:lnTo>
                  <a:lnTo>
                    <a:pt x="16837" y="15956"/>
                  </a:lnTo>
                  <a:lnTo>
                    <a:pt x="16837" y="15943"/>
                  </a:lnTo>
                  <a:lnTo>
                    <a:pt x="16849" y="15943"/>
                  </a:lnTo>
                  <a:lnTo>
                    <a:pt x="16849" y="15931"/>
                  </a:lnTo>
                  <a:lnTo>
                    <a:pt x="16862" y="15943"/>
                  </a:lnTo>
                  <a:lnTo>
                    <a:pt x="16862" y="15931"/>
                  </a:lnTo>
                  <a:lnTo>
                    <a:pt x="16874" y="15943"/>
                  </a:lnTo>
                  <a:lnTo>
                    <a:pt x="16874" y="15931"/>
                  </a:lnTo>
                  <a:lnTo>
                    <a:pt x="16886" y="15931"/>
                  </a:lnTo>
                  <a:lnTo>
                    <a:pt x="16886" y="15919"/>
                  </a:lnTo>
                  <a:lnTo>
                    <a:pt x="16910" y="15919"/>
                  </a:lnTo>
                  <a:lnTo>
                    <a:pt x="16910" y="15907"/>
                  </a:lnTo>
                  <a:lnTo>
                    <a:pt x="16922" y="15919"/>
                  </a:lnTo>
                  <a:lnTo>
                    <a:pt x="16922" y="15907"/>
                  </a:lnTo>
                  <a:lnTo>
                    <a:pt x="16934" y="15907"/>
                  </a:lnTo>
                  <a:lnTo>
                    <a:pt x="16934" y="15895"/>
                  </a:lnTo>
                  <a:lnTo>
                    <a:pt x="16946" y="15907"/>
                  </a:lnTo>
                  <a:lnTo>
                    <a:pt x="16946" y="15895"/>
                  </a:lnTo>
                  <a:lnTo>
                    <a:pt x="16946" y="15883"/>
                  </a:lnTo>
                  <a:lnTo>
                    <a:pt x="16958" y="15895"/>
                  </a:lnTo>
                  <a:lnTo>
                    <a:pt x="16958" y="15883"/>
                  </a:lnTo>
                  <a:lnTo>
                    <a:pt x="16970" y="15895"/>
                  </a:lnTo>
                  <a:lnTo>
                    <a:pt x="16970" y="15883"/>
                  </a:lnTo>
                  <a:lnTo>
                    <a:pt x="16982" y="15883"/>
                  </a:lnTo>
                  <a:lnTo>
                    <a:pt x="16982" y="15871"/>
                  </a:lnTo>
                  <a:lnTo>
                    <a:pt x="16994" y="15883"/>
                  </a:lnTo>
                  <a:lnTo>
                    <a:pt x="16958" y="1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4" name="Google Shape;2169;p60">
              <a:extLst>
                <a:ext uri="{FF2B5EF4-FFF2-40B4-BE49-F238E27FC236}">
                  <a16:creationId xmlns:a16="http://schemas.microsoft.com/office/drawing/2014/main" id="{0BDE17DA-14F6-BC91-A3FF-D8979FF098FB}"/>
                </a:ext>
              </a:extLst>
            </p:cNvPr>
            <p:cNvSpPr/>
            <p:nvPr/>
          </p:nvSpPr>
          <p:spPr>
            <a:xfrm>
              <a:off x="2968150" y="640733"/>
              <a:ext cx="1259595" cy="1847414"/>
            </a:xfrm>
            <a:custGeom>
              <a:avLst/>
              <a:gdLst/>
              <a:ahLst/>
              <a:cxnLst/>
              <a:rect l="l" t="t" r="r" b="b"/>
              <a:pathLst>
                <a:path w="19969" h="29288" extrusionOk="0">
                  <a:moveTo>
                    <a:pt x="1" y="1"/>
                  </a:moveTo>
                  <a:lnTo>
                    <a:pt x="1" y="16040"/>
                  </a:lnTo>
                  <a:lnTo>
                    <a:pt x="12341" y="23329"/>
                  </a:lnTo>
                  <a:lnTo>
                    <a:pt x="14239" y="29287"/>
                  </a:lnTo>
                  <a:lnTo>
                    <a:pt x="14287" y="24368"/>
                  </a:lnTo>
                  <a:lnTo>
                    <a:pt x="19968" y="27474"/>
                  </a:lnTo>
                  <a:lnTo>
                    <a:pt x="19932" y="115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5" name="Google Shape;2170;p60">
              <a:extLst>
                <a:ext uri="{FF2B5EF4-FFF2-40B4-BE49-F238E27FC236}">
                  <a16:creationId xmlns:a16="http://schemas.microsoft.com/office/drawing/2014/main" id="{0B6AE1C3-9EF5-8258-37D2-B28AE75F4FEB}"/>
                </a:ext>
              </a:extLst>
            </p:cNvPr>
            <p:cNvSpPr/>
            <p:nvPr/>
          </p:nvSpPr>
          <p:spPr>
            <a:xfrm>
              <a:off x="2995589" y="687284"/>
              <a:ext cx="1204717" cy="1640772"/>
            </a:xfrm>
            <a:custGeom>
              <a:avLst/>
              <a:gdLst/>
              <a:ahLst/>
              <a:cxnLst/>
              <a:rect l="l" t="t" r="r" b="b"/>
              <a:pathLst>
                <a:path w="19099" h="26012" extrusionOk="0">
                  <a:moveTo>
                    <a:pt x="1" y="0"/>
                  </a:moveTo>
                  <a:lnTo>
                    <a:pt x="1" y="15061"/>
                  </a:lnTo>
                  <a:lnTo>
                    <a:pt x="12257" y="22313"/>
                  </a:lnTo>
                  <a:lnTo>
                    <a:pt x="13442" y="22917"/>
                  </a:lnTo>
                  <a:lnTo>
                    <a:pt x="19098" y="26011"/>
                  </a:lnTo>
                  <a:lnTo>
                    <a:pt x="19062" y="110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6" name="Google Shape;2171;p60">
              <a:extLst>
                <a:ext uri="{FF2B5EF4-FFF2-40B4-BE49-F238E27FC236}">
                  <a16:creationId xmlns:a16="http://schemas.microsoft.com/office/drawing/2014/main" id="{A0F8638D-4AF3-6293-FCD4-9F710DE2B4EA}"/>
                </a:ext>
              </a:extLst>
            </p:cNvPr>
            <p:cNvSpPr/>
            <p:nvPr/>
          </p:nvSpPr>
          <p:spPr>
            <a:xfrm>
              <a:off x="2968150" y="640733"/>
              <a:ext cx="1257324" cy="1046897"/>
            </a:xfrm>
            <a:custGeom>
              <a:avLst/>
              <a:gdLst/>
              <a:ahLst/>
              <a:cxnLst/>
              <a:rect l="l" t="t" r="r" b="b"/>
              <a:pathLst>
                <a:path w="19933" h="16597" extrusionOk="0">
                  <a:moveTo>
                    <a:pt x="13" y="1"/>
                  </a:moveTo>
                  <a:lnTo>
                    <a:pt x="1" y="5090"/>
                  </a:lnTo>
                  <a:lnTo>
                    <a:pt x="19932" y="16596"/>
                  </a:lnTo>
                  <a:lnTo>
                    <a:pt x="19932" y="11508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2C4B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7" name="Google Shape;2172;p60">
              <a:extLst>
                <a:ext uri="{FF2B5EF4-FFF2-40B4-BE49-F238E27FC236}">
                  <a16:creationId xmlns:a16="http://schemas.microsoft.com/office/drawing/2014/main" id="{76B0855E-B56A-7BBB-60C3-E2498A5A90FD}"/>
                </a:ext>
              </a:extLst>
            </p:cNvPr>
            <p:cNvSpPr/>
            <p:nvPr/>
          </p:nvSpPr>
          <p:spPr>
            <a:xfrm>
              <a:off x="3122183" y="853114"/>
              <a:ext cx="183051" cy="215788"/>
            </a:xfrm>
            <a:custGeom>
              <a:avLst/>
              <a:gdLst/>
              <a:ahLst/>
              <a:cxnLst/>
              <a:rect l="l" t="t" r="r" b="b"/>
              <a:pathLst>
                <a:path w="2902" h="3421" extrusionOk="0">
                  <a:moveTo>
                    <a:pt x="864" y="1"/>
                  </a:moveTo>
                  <a:cubicBezTo>
                    <a:pt x="739" y="1"/>
                    <a:pt x="623" y="30"/>
                    <a:pt x="520" y="91"/>
                  </a:cubicBezTo>
                  <a:cubicBezTo>
                    <a:pt x="0" y="393"/>
                    <a:pt x="0" y="1360"/>
                    <a:pt x="520" y="2254"/>
                  </a:cubicBezTo>
                  <a:cubicBezTo>
                    <a:pt x="925" y="2968"/>
                    <a:pt x="1546" y="3420"/>
                    <a:pt x="2038" y="3420"/>
                  </a:cubicBezTo>
                  <a:cubicBezTo>
                    <a:pt x="2163" y="3420"/>
                    <a:pt x="2279" y="3391"/>
                    <a:pt x="2381" y="3330"/>
                  </a:cubicBezTo>
                  <a:cubicBezTo>
                    <a:pt x="2901" y="3028"/>
                    <a:pt x="2901" y="2061"/>
                    <a:pt x="2381" y="1167"/>
                  </a:cubicBezTo>
                  <a:cubicBezTo>
                    <a:pt x="1976" y="453"/>
                    <a:pt x="1356" y="1"/>
                    <a:pt x="864" y="1"/>
                  </a:cubicBezTo>
                  <a:close/>
                </a:path>
              </a:pathLst>
            </a:custGeom>
            <a:solidFill>
              <a:srgbClr val="D4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8" name="Google Shape;2173;p60">
              <a:extLst>
                <a:ext uri="{FF2B5EF4-FFF2-40B4-BE49-F238E27FC236}">
                  <a16:creationId xmlns:a16="http://schemas.microsoft.com/office/drawing/2014/main" id="{DA4A46B3-3C78-BF60-5DE0-DA00F16F1791}"/>
                </a:ext>
              </a:extLst>
            </p:cNvPr>
            <p:cNvSpPr/>
            <p:nvPr/>
          </p:nvSpPr>
          <p:spPr>
            <a:xfrm>
              <a:off x="3174789" y="901620"/>
              <a:ext cx="77081" cy="98969"/>
            </a:xfrm>
            <a:custGeom>
              <a:avLst/>
              <a:gdLst/>
              <a:ahLst/>
              <a:cxnLst/>
              <a:rect l="l" t="t" r="r" b="b"/>
              <a:pathLst>
                <a:path w="1222" h="1569" extrusionOk="0">
                  <a:moveTo>
                    <a:pt x="343" y="1"/>
                  </a:moveTo>
                  <a:cubicBezTo>
                    <a:pt x="140" y="1"/>
                    <a:pt x="0" y="159"/>
                    <a:pt x="0" y="434"/>
                  </a:cubicBezTo>
                  <a:cubicBezTo>
                    <a:pt x="25" y="857"/>
                    <a:pt x="254" y="1256"/>
                    <a:pt x="617" y="1485"/>
                  </a:cubicBezTo>
                  <a:cubicBezTo>
                    <a:pt x="712" y="1542"/>
                    <a:pt x="802" y="1568"/>
                    <a:pt x="883" y="1568"/>
                  </a:cubicBezTo>
                  <a:cubicBezTo>
                    <a:pt x="1081" y="1568"/>
                    <a:pt x="1221" y="1409"/>
                    <a:pt x="1221" y="1135"/>
                  </a:cubicBezTo>
                  <a:cubicBezTo>
                    <a:pt x="1197" y="712"/>
                    <a:pt x="967" y="313"/>
                    <a:pt x="617" y="83"/>
                  </a:cubicBezTo>
                  <a:cubicBezTo>
                    <a:pt x="519" y="27"/>
                    <a:pt x="425" y="1"/>
                    <a:pt x="3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9" name="Google Shape;2174;p60">
              <a:extLst>
                <a:ext uri="{FF2B5EF4-FFF2-40B4-BE49-F238E27FC236}">
                  <a16:creationId xmlns:a16="http://schemas.microsoft.com/office/drawing/2014/main" id="{2F2837E0-C19B-942F-86AB-10311A26047D}"/>
                </a:ext>
              </a:extLst>
            </p:cNvPr>
            <p:cNvSpPr/>
            <p:nvPr/>
          </p:nvSpPr>
          <p:spPr>
            <a:xfrm>
              <a:off x="3164886" y="1001534"/>
              <a:ext cx="97644" cy="66610"/>
            </a:xfrm>
            <a:custGeom>
              <a:avLst/>
              <a:gdLst/>
              <a:ahLst/>
              <a:cxnLst/>
              <a:rect l="l" t="t" r="r" b="b"/>
              <a:pathLst>
                <a:path w="1548" h="1056" extrusionOk="0">
                  <a:moveTo>
                    <a:pt x="346" y="1"/>
                  </a:moveTo>
                  <a:cubicBezTo>
                    <a:pt x="207" y="1"/>
                    <a:pt x="88" y="49"/>
                    <a:pt x="0" y="143"/>
                  </a:cubicBezTo>
                  <a:cubicBezTo>
                    <a:pt x="206" y="445"/>
                    <a:pt x="460" y="699"/>
                    <a:pt x="774" y="880"/>
                  </a:cubicBezTo>
                  <a:cubicBezTo>
                    <a:pt x="947" y="999"/>
                    <a:pt x="1141" y="1055"/>
                    <a:pt x="1345" y="1055"/>
                  </a:cubicBezTo>
                  <a:cubicBezTo>
                    <a:pt x="1411" y="1055"/>
                    <a:pt x="1479" y="1049"/>
                    <a:pt x="1547" y="1038"/>
                  </a:cubicBezTo>
                  <a:cubicBezTo>
                    <a:pt x="1378" y="663"/>
                    <a:pt x="1112" y="349"/>
                    <a:pt x="774" y="131"/>
                  </a:cubicBezTo>
                  <a:cubicBezTo>
                    <a:pt x="622" y="43"/>
                    <a:pt x="476" y="1"/>
                    <a:pt x="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0" name="Google Shape;2175;p60">
              <a:extLst>
                <a:ext uri="{FF2B5EF4-FFF2-40B4-BE49-F238E27FC236}">
                  <a16:creationId xmlns:a16="http://schemas.microsoft.com/office/drawing/2014/main" id="{69500162-7A1B-7D6B-80FF-2FC3036CF255}"/>
                </a:ext>
              </a:extLst>
            </p:cNvPr>
            <p:cNvSpPr/>
            <p:nvPr/>
          </p:nvSpPr>
          <p:spPr>
            <a:xfrm>
              <a:off x="3010853" y="1071928"/>
              <a:ext cx="167029" cy="215473"/>
            </a:xfrm>
            <a:custGeom>
              <a:avLst/>
              <a:gdLst/>
              <a:ahLst/>
              <a:cxnLst/>
              <a:rect l="l" t="t" r="r" b="b"/>
              <a:pathLst>
                <a:path w="2648" h="3416" extrusionOk="0">
                  <a:moveTo>
                    <a:pt x="737" y="1"/>
                  </a:moveTo>
                  <a:cubicBezTo>
                    <a:pt x="301" y="1"/>
                    <a:pt x="1" y="346"/>
                    <a:pt x="1" y="949"/>
                  </a:cubicBezTo>
                  <a:cubicBezTo>
                    <a:pt x="1" y="1795"/>
                    <a:pt x="593" y="2810"/>
                    <a:pt x="1318" y="3233"/>
                  </a:cubicBezTo>
                  <a:cubicBezTo>
                    <a:pt x="1533" y="3357"/>
                    <a:pt x="1736" y="3415"/>
                    <a:pt x="1916" y="3415"/>
                  </a:cubicBezTo>
                  <a:cubicBezTo>
                    <a:pt x="2351" y="3415"/>
                    <a:pt x="2648" y="3071"/>
                    <a:pt x="2648" y="2472"/>
                  </a:cubicBezTo>
                  <a:cubicBezTo>
                    <a:pt x="2648" y="1626"/>
                    <a:pt x="2055" y="598"/>
                    <a:pt x="1318" y="175"/>
                  </a:cubicBezTo>
                  <a:cubicBezTo>
                    <a:pt x="1110" y="57"/>
                    <a:pt x="912" y="1"/>
                    <a:pt x="737" y="1"/>
                  </a:cubicBezTo>
                  <a:close/>
                </a:path>
              </a:pathLst>
            </a:custGeom>
            <a:solidFill>
              <a:srgbClr val="D4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1" name="Google Shape;2176;p60">
              <a:extLst>
                <a:ext uri="{FF2B5EF4-FFF2-40B4-BE49-F238E27FC236}">
                  <a16:creationId xmlns:a16="http://schemas.microsoft.com/office/drawing/2014/main" id="{A69861EA-89A7-3B88-2BAD-C279F3E5BB97}"/>
                </a:ext>
              </a:extLst>
            </p:cNvPr>
            <p:cNvSpPr/>
            <p:nvPr/>
          </p:nvSpPr>
          <p:spPr>
            <a:xfrm>
              <a:off x="3055827" y="1120119"/>
              <a:ext cx="76324" cy="99284"/>
            </a:xfrm>
            <a:custGeom>
              <a:avLst/>
              <a:gdLst/>
              <a:ahLst/>
              <a:cxnLst/>
              <a:rect l="l" t="t" r="r" b="b"/>
              <a:pathLst>
                <a:path w="1210" h="1574" extrusionOk="0">
                  <a:moveTo>
                    <a:pt x="332" y="0"/>
                  </a:moveTo>
                  <a:cubicBezTo>
                    <a:pt x="134" y="0"/>
                    <a:pt x="1" y="165"/>
                    <a:pt x="1" y="439"/>
                  </a:cubicBezTo>
                  <a:cubicBezTo>
                    <a:pt x="25" y="862"/>
                    <a:pt x="243" y="1261"/>
                    <a:pt x="605" y="1490"/>
                  </a:cubicBezTo>
                  <a:cubicBezTo>
                    <a:pt x="703" y="1546"/>
                    <a:pt x="796" y="1573"/>
                    <a:pt x="877" y="1573"/>
                  </a:cubicBezTo>
                  <a:cubicBezTo>
                    <a:pt x="1076" y="1573"/>
                    <a:pt x="1210" y="1414"/>
                    <a:pt x="1210" y="1140"/>
                  </a:cubicBezTo>
                  <a:cubicBezTo>
                    <a:pt x="1185" y="705"/>
                    <a:pt x="968" y="318"/>
                    <a:pt x="605" y="88"/>
                  </a:cubicBezTo>
                  <a:cubicBezTo>
                    <a:pt x="506" y="28"/>
                    <a:pt x="414" y="0"/>
                    <a:pt x="3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2" name="Google Shape;2177;p60">
              <a:extLst>
                <a:ext uri="{FF2B5EF4-FFF2-40B4-BE49-F238E27FC236}">
                  <a16:creationId xmlns:a16="http://schemas.microsoft.com/office/drawing/2014/main" id="{8B655EC5-C90C-7BCD-133F-24484E7FD35A}"/>
                </a:ext>
              </a:extLst>
            </p:cNvPr>
            <p:cNvSpPr/>
            <p:nvPr/>
          </p:nvSpPr>
          <p:spPr>
            <a:xfrm>
              <a:off x="3045924" y="1220348"/>
              <a:ext cx="97644" cy="66610"/>
            </a:xfrm>
            <a:custGeom>
              <a:avLst/>
              <a:gdLst/>
              <a:ahLst/>
              <a:cxnLst/>
              <a:rect l="l" t="t" r="r" b="b"/>
              <a:pathLst>
                <a:path w="1548" h="1056" extrusionOk="0">
                  <a:moveTo>
                    <a:pt x="346" y="1"/>
                  </a:moveTo>
                  <a:cubicBezTo>
                    <a:pt x="208" y="1"/>
                    <a:pt x="88" y="49"/>
                    <a:pt x="1" y="143"/>
                  </a:cubicBezTo>
                  <a:cubicBezTo>
                    <a:pt x="206" y="445"/>
                    <a:pt x="460" y="687"/>
                    <a:pt x="774" y="880"/>
                  </a:cubicBezTo>
                  <a:cubicBezTo>
                    <a:pt x="947" y="999"/>
                    <a:pt x="1141" y="1055"/>
                    <a:pt x="1345" y="1055"/>
                  </a:cubicBezTo>
                  <a:cubicBezTo>
                    <a:pt x="1412" y="1055"/>
                    <a:pt x="1479" y="1049"/>
                    <a:pt x="1548" y="1037"/>
                  </a:cubicBezTo>
                  <a:cubicBezTo>
                    <a:pt x="1379" y="663"/>
                    <a:pt x="1113" y="349"/>
                    <a:pt x="774" y="131"/>
                  </a:cubicBezTo>
                  <a:cubicBezTo>
                    <a:pt x="622" y="43"/>
                    <a:pt x="476" y="1"/>
                    <a:pt x="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3" name="Google Shape;2178;p60">
              <a:extLst>
                <a:ext uri="{FF2B5EF4-FFF2-40B4-BE49-F238E27FC236}">
                  <a16:creationId xmlns:a16="http://schemas.microsoft.com/office/drawing/2014/main" id="{13D28A17-1DCB-93FD-CE78-92EE26032409}"/>
                </a:ext>
              </a:extLst>
            </p:cNvPr>
            <p:cNvSpPr/>
            <p:nvPr/>
          </p:nvSpPr>
          <p:spPr>
            <a:xfrm>
              <a:off x="3992831" y="2017705"/>
              <a:ext cx="183051" cy="215347"/>
            </a:xfrm>
            <a:custGeom>
              <a:avLst/>
              <a:gdLst/>
              <a:ahLst/>
              <a:cxnLst/>
              <a:rect l="l" t="t" r="r" b="b"/>
              <a:pathLst>
                <a:path w="2902" h="3414" extrusionOk="0">
                  <a:moveTo>
                    <a:pt x="858" y="0"/>
                  </a:moveTo>
                  <a:cubicBezTo>
                    <a:pt x="737" y="0"/>
                    <a:pt x="622" y="27"/>
                    <a:pt x="520" y="84"/>
                  </a:cubicBezTo>
                  <a:cubicBezTo>
                    <a:pt x="1" y="387"/>
                    <a:pt x="1" y="1354"/>
                    <a:pt x="520" y="2248"/>
                  </a:cubicBezTo>
                  <a:cubicBezTo>
                    <a:pt x="935" y="2962"/>
                    <a:pt x="1550" y="3414"/>
                    <a:pt x="2045" y="3414"/>
                  </a:cubicBezTo>
                  <a:cubicBezTo>
                    <a:pt x="2171" y="3414"/>
                    <a:pt x="2289" y="3385"/>
                    <a:pt x="2394" y="3324"/>
                  </a:cubicBezTo>
                  <a:cubicBezTo>
                    <a:pt x="2901" y="3034"/>
                    <a:pt x="2901" y="2067"/>
                    <a:pt x="2394" y="1172"/>
                  </a:cubicBezTo>
                  <a:cubicBezTo>
                    <a:pt x="1976" y="454"/>
                    <a:pt x="1356" y="0"/>
                    <a:pt x="858" y="0"/>
                  </a:cubicBezTo>
                  <a:close/>
                </a:path>
              </a:pathLst>
            </a:custGeom>
            <a:solidFill>
              <a:srgbClr val="D4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4" name="Google Shape;2179;p60">
              <a:extLst>
                <a:ext uri="{FF2B5EF4-FFF2-40B4-BE49-F238E27FC236}">
                  <a16:creationId xmlns:a16="http://schemas.microsoft.com/office/drawing/2014/main" id="{E1586A4D-7C48-2DBC-9E71-DF099E7585D9}"/>
                </a:ext>
              </a:extLst>
            </p:cNvPr>
            <p:cNvSpPr/>
            <p:nvPr/>
          </p:nvSpPr>
          <p:spPr>
            <a:xfrm>
              <a:off x="4046194" y="2065833"/>
              <a:ext cx="76324" cy="99662"/>
            </a:xfrm>
            <a:custGeom>
              <a:avLst/>
              <a:gdLst/>
              <a:ahLst/>
              <a:cxnLst/>
              <a:rect l="l" t="t" r="r" b="b"/>
              <a:pathLst>
                <a:path w="1210" h="1580" extrusionOk="0">
                  <a:moveTo>
                    <a:pt x="333" y="0"/>
                  </a:moveTo>
                  <a:cubicBezTo>
                    <a:pt x="135" y="0"/>
                    <a:pt x="1" y="159"/>
                    <a:pt x="1" y="433"/>
                  </a:cubicBezTo>
                  <a:cubicBezTo>
                    <a:pt x="25" y="869"/>
                    <a:pt x="242" y="1255"/>
                    <a:pt x="605" y="1497"/>
                  </a:cubicBezTo>
                  <a:cubicBezTo>
                    <a:pt x="699" y="1553"/>
                    <a:pt x="789" y="1580"/>
                    <a:pt x="870" y="1580"/>
                  </a:cubicBezTo>
                  <a:cubicBezTo>
                    <a:pt x="1069" y="1580"/>
                    <a:pt x="1209" y="1418"/>
                    <a:pt x="1209" y="1134"/>
                  </a:cubicBezTo>
                  <a:cubicBezTo>
                    <a:pt x="1185" y="711"/>
                    <a:pt x="955" y="313"/>
                    <a:pt x="605" y="83"/>
                  </a:cubicBezTo>
                  <a:cubicBezTo>
                    <a:pt x="507" y="27"/>
                    <a:pt x="415" y="0"/>
                    <a:pt x="333" y="0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5" name="Google Shape;2180;p60">
              <a:extLst>
                <a:ext uri="{FF2B5EF4-FFF2-40B4-BE49-F238E27FC236}">
                  <a16:creationId xmlns:a16="http://schemas.microsoft.com/office/drawing/2014/main" id="{FDD11079-F55F-3494-E4D7-EFCA5D48A6F8}"/>
                </a:ext>
              </a:extLst>
            </p:cNvPr>
            <p:cNvSpPr/>
            <p:nvPr/>
          </p:nvSpPr>
          <p:spPr>
            <a:xfrm>
              <a:off x="4036291" y="2165999"/>
              <a:ext cx="96887" cy="66358"/>
            </a:xfrm>
            <a:custGeom>
              <a:avLst/>
              <a:gdLst/>
              <a:ahLst/>
              <a:cxnLst/>
              <a:rect l="l" t="t" r="r" b="b"/>
              <a:pathLst>
                <a:path w="1536" h="1052" extrusionOk="0">
                  <a:moveTo>
                    <a:pt x="343" y="1"/>
                  </a:moveTo>
                  <a:cubicBezTo>
                    <a:pt x="202" y="1"/>
                    <a:pt x="83" y="50"/>
                    <a:pt x="0" y="139"/>
                  </a:cubicBezTo>
                  <a:cubicBezTo>
                    <a:pt x="194" y="441"/>
                    <a:pt x="460" y="695"/>
                    <a:pt x="762" y="888"/>
                  </a:cubicBezTo>
                  <a:cubicBezTo>
                    <a:pt x="934" y="997"/>
                    <a:pt x="1134" y="1051"/>
                    <a:pt x="1335" y="1051"/>
                  </a:cubicBezTo>
                  <a:cubicBezTo>
                    <a:pt x="1402" y="1051"/>
                    <a:pt x="1469" y="1045"/>
                    <a:pt x="1536" y="1033"/>
                  </a:cubicBezTo>
                  <a:cubicBezTo>
                    <a:pt x="1378" y="658"/>
                    <a:pt x="1100" y="344"/>
                    <a:pt x="762" y="127"/>
                  </a:cubicBezTo>
                  <a:cubicBezTo>
                    <a:pt x="613" y="41"/>
                    <a:pt x="469" y="1"/>
                    <a:pt x="343" y="1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6" name="Google Shape;2181;p60">
              <a:extLst>
                <a:ext uri="{FF2B5EF4-FFF2-40B4-BE49-F238E27FC236}">
                  <a16:creationId xmlns:a16="http://schemas.microsoft.com/office/drawing/2014/main" id="{2CF50045-A531-8238-B0E3-21275ACC4390}"/>
                </a:ext>
              </a:extLst>
            </p:cNvPr>
            <p:cNvSpPr/>
            <p:nvPr/>
          </p:nvSpPr>
          <p:spPr>
            <a:xfrm>
              <a:off x="3333364" y="954100"/>
              <a:ext cx="296653" cy="234901"/>
            </a:xfrm>
            <a:custGeom>
              <a:avLst/>
              <a:gdLst/>
              <a:ahLst/>
              <a:cxnLst/>
              <a:rect l="l" t="t" r="r" b="b"/>
              <a:pathLst>
                <a:path w="4703" h="3724" extrusionOk="0">
                  <a:moveTo>
                    <a:pt x="0" y="1"/>
                  </a:moveTo>
                  <a:lnTo>
                    <a:pt x="0" y="1004"/>
                  </a:lnTo>
                  <a:lnTo>
                    <a:pt x="4702" y="3723"/>
                  </a:lnTo>
                  <a:lnTo>
                    <a:pt x="4702" y="27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7" name="Google Shape;2182;p60">
              <a:extLst>
                <a:ext uri="{FF2B5EF4-FFF2-40B4-BE49-F238E27FC236}">
                  <a16:creationId xmlns:a16="http://schemas.microsoft.com/office/drawing/2014/main" id="{06A0ECBF-150F-881B-6E5B-18AC60C3DE2E}"/>
                </a:ext>
              </a:extLst>
            </p:cNvPr>
            <p:cNvSpPr/>
            <p:nvPr/>
          </p:nvSpPr>
          <p:spPr>
            <a:xfrm>
              <a:off x="3333364" y="1054771"/>
              <a:ext cx="355316" cy="257735"/>
            </a:xfrm>
            <a:custGeom>
              <a:avLst/>
              <a:gdLst/>
              <a:ahLst/>
              <a:cxnLst/>
              <a:rect l="l" t="t" r="r" b="b"/>
              <a:pathLst>
                <a:path w="5633" h="4086" extrusionOk="0">
                  <a:moveTo>
                    <a:pt x="0" y="0"/>
                  </a:moveTo>
                  <a:lnTo>
                    <a:pt x="0" y="834"/>
                  </a:lnTo>
                  <a:lnTo>
                    <a:pt x="5633" y="4086"/>
                  </a:lnTo>
                  <a:lnTo>
                    <a:pt x="5633" y="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8" name="Google Shape;2183;p60">
              <a:extLst>
                <a:ext uri="{FF2B5EF4-FFF2-40B4-BE49-F238E27FC236}">
                  <a16:creationId xmlns:a16="http://schemas.microsoft.com/office/drawing/2014/main" id="{50E15E9B-BCDB-8B79-F806-505C18DF7AAB}"/>
                </a:ext>
              </a:extLst>
            </p:cNvPr>
            <p:cNvSpPr/>
            <p:nvPr/>
          </p:nvSpPr>
          <p:spPr>
            <a:xfrm>
              <a:off x="3003221" y="816907"/>
              <a:ext cx="89255" cy="80108"/>
            </a:xfrm>
            <a:custGeom>
              <a:avLst/>
              <a:gdLst/>
              <a:ahLst/>
              <a:cxnLst/>
              <a:rect l="l" t="t" r="r" b="b"/>
              <a:pathLst>
                <a:path w="1415" h="1270" extrusionOk="0">
                  <a:moveTo>
                    <a:pt x="593" y="0"/>
                  </a:moveTo>
                  <a:lnTo>
                    <a:pt x="1" y="290"/>
                  </a:lnTo>
                  <a:lnTo>
                    <a:pt x="593" y="1269"/>
                  </a:lnTo>
                  <a:lnTo>
                    <a:pt x="678" y="1209"/>
                  </a:lnTo>
                  <a:lnTo>
                    <a:pt x="255" y="508"/>
                  </a:lnTo>
                  <a:lnTo>
                    <a:pt x="255" y="508"/>
                  </a:lnTo>
                  <a:lnTo>
                    <a:pt x="1415" y="1172"/>
                  </a:lnTo>
                  <a:lnTo>
                    <a:pt x="1415" y="1052"/>
                  </a:lnTo>
                  <a:lnTo>
                    <a:pt x="255" y="375"/>
                  </a:lnTo>
                  <a:lnTo>
                    <a:pt x="690" y="169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9" name="Google Shape;2184;p60">
              <a:extLst>
                <a:ext uri="{FF2B5EF4-FFF2-40B4-BE49-F238E27FC236}">
                  <a16:creationId xmlns:a16="http://schemas.microsoft.com/office/drawing/2014/main" id="{CBB50506-2494-C62B-0B83-D0F05675D113}"/>
                </a:ext>
              </a:extLst>
            </p:cNvPr>
            <p:cNvSpPr/>
            <p:nvPr/>
          </p:nvSpPr>
          <p:spPr>
            <a:xfrm>
              <a:off x="3100800" y="1475179"/>
              <a:ext cx="851672" cy="643264"/>
            </a:xfrm>
            <a:custGeom>
              <a:avLst/>
              <a:gdLst/>
              <a:ahLst/>
              <a:cxnLst/>
              <a:rect l="l" t="t" r="r" b="b"/>
              <a:pathLst>
                <a:path w="13502" h="10198" extrusionOk="0">
                  <a:moveTo>
                    <a:pt x="555" y="0"/>
                  </a:moveTo>
                  <a:cubicBezTo>
                    <a:pt x="226" y="0"/>
                    <a:pt x="1" y="266"/>
                    <a:pt x="1" y="720"/>
                  </a:cubicBezTo>
                  <a:lnTo>
                    <a:pt x="1" y="1687"/>
                  </a:lnTo>
                  <a:cubicBezTo>
                    <a:pt x="37" y="2388"/>
                    <a:pt x="412" y="3041"/>
                    <a:pt x="1004" y="3428"/>
                  </a:cubicBezTo>
                  <a:lnTo>
                    <a:pt x="12499" y="10063"/>
                  </a:lnTo>
                  <a:cubicBezTo>
                    <a:pt x="12660" y="10155"/>
                    <a:pt x="12812" y="10198"/>
                    <a:pt x="12947" y="10198"/>
                  </a:cubicBezTo>
                  <a:cubicBezTo>
                    <a:pt x="13277" y="10198"/>
                    <a:pt x="13502" y="9938"/>
                    <a:pt x="13502" y="9483"/>
                  </a:cubicBezTo>
                  <a:lnTo>
                    <a:pt x="13502" y="8516"/>
                  </a:lnTo>
                  <a:cubicBezTo>
                    <a:pt x="13466" y="7803"/>
                    <a:pt x="13091" y="7163"/>
                    <a:pt x="12499" y="6776"/>
                  </a:cubicBezTo>
                  <a:lnTo>
                    <a:pt x="1004" y="140"/>
                  </a:lnTo>
                  <a:cubicBezTo>
                    <a:pt x="842" y="45"/>
                    <a:pt x="690" y="0"/>
                    <a:pt x="555" y="0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0" name="Google Shape;2185;p60">
              <a:extLst>
                <a:ext uri="{FF2B5EF4-FFF2-40B4-BE49-F238E27FC236}">
                  <a16:creationId xmlns:a16="http://schemas.microsoft.com/office/drawing/2014/main" id="{0ACCE8BC-A94E-D835-E1D0-C169F2BD03A5}"/>
                </a:ext>
              </a:extLst>
            </p:cNvPr>
            <p:cNvSpPr/>
            <p:nvPr/>
          </p:nvSpPr>
          <p:spPr>
            <a:xfrm>
              <a:off x="3218249" y="1179348"/>
              <a:ext cx="852429" cy="732834"/>
            </a:xfrm>
            <a:custGeom>
              <a:avLst/>
              <a:gdLst/>
              <a:ahLst/>
              <a:cxnLst/>
              <a:rect l="l" t="t" r="r" b="b"/>
              <a:pathLst>
                <a:path w="13514" h="11618" extrusionOk="0">
                  <a:moveTo>
                    <a:pt x="559" y="1"/>
                  </a:moveTo>
                  <a:cubicBezTo>
                    <a:pt x="231" y="1"/>
                    <a:pt x="0" y="266"/>
                    <a:pt x="0" y="721"/>
                  </a:cubicBezTo>
                  <a:lnTo>
                    <a:pt x="0" y="3102"/>
                  </a:lnTo>
                  <a:cubicBezTo>
                    <a:pt x="37" y="3803"/>
                    <a:pt x="411" y="4455"/>
                    <a:pt x="1004" y="4842"/>
                  </a:cubicBezTo>
                  <a:lnTo>
                    <a:pt x="12498" y="11478"/>
                  </a:lnTo>
                  <a:cubicBezTo>
                    <a:pt x="12660" y="11573"/>
                    <a:pt x="12814" y="11618"/>
                    <a:pt x="12950" y="11618"/>
                  </a:cubicBezTo>
                  <a:cubicBezTo>
                    <a:pt x="13283" y="11618"/>
                    <a:pt x="13513" y="11352"/>
                    <a:pt x="13513" y="10898"/>
                  </a:cubicBezTo>
                  <a:lnTo>
                    <a:pt x="13513" y="8517"/>
                  </a:lnTo>
                  <a:cubicBezTo>
                    <a:pt x="13465" y="7803"/>
                    <a:pt x="13090" y="7163"/>
                    <a:pt x="12498" y="6776"/>
                  </a:cubicBezTo>
                  <a:lnTo>
                    <a:pt x="1004" y="140"/>
                  </a:lnTo>
                  <a:cubicBezTo>
                    <a:pt x="845" y="45"/>
                    <a:pt x="694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1" name="Google Shape;2186;p60">
              <a:extLst>
                <a:ext uri="{FF2B5EF4-FFF2-40B4-BE49-F238E27FC236}">
                  <a16:creationId xmlns:a16="http://schemas.microsoft.com/office/drawing/2014/main" id="{768564CD-A3B4-5D47-9D4D-94173D67CE66}"/>
                </a:ext>
              </a:extLst>
            </p:cNvPr>
            <p:cNvSpPr/>
            <p:nvPr/>
          </p:nvSpPr>
          <p:spPr>
            <a:xfrm>
              <a:off x="4111037" y="1439604"/>
              <a:ext cx="82379" cy="106349"/>
            </a:xfrm>
            <a:custGeom>
              <a:avLst/>
              <a:gdLst/>
              <a:ahLst/>
              <a:cxnLst/>
              <a:rect l="l" t="t" r="r" b="b"/>
              <a:pathLst>
                <a:path w="1306" h="1686" extrusionOk="0">
                  <a:moveTo>
                    <a:pt x="416" y="148"/>
                  </a:moveTo>
                  <a:cubicBezTo>
                    <a:pt x="487" y="148"/>
                    <a:pt x="568" y="171"/>
                    <a:pt x="653" y="221"/>
                  </a:cubicBezTo>
                  <a:cubicBezTo>
                    <a:pt x="979" y="426"/>
                    <a:pt x="1172" y="777"/>
                    <a:pt x="1197" y="1151"/>
                  </a:cubicBezTo>
                  <a:cubicBezTo>
                    <a:pt x="1197" y="1399"/>
                    <a:pt x="1075" y="1539"/>
                    <a:pt x="897" y="1539"/>
                  </a:cubicBezTo>
                  <a:cubicBezTo>
                    <a:pt x="824" y="1539"/>
                    <a:pt x="741" y="1515"/>
                    <a:pt x="653" y="1466"/>
                  </a:cubicBezTo>
                  <a:cubicBezTo>
                    <a:pt x="338" y="1260"/>
                    <a:pt x="133" y="910"/>
                    <a:pt x="121" y="535"/>
                  </a:cubicBezTo>
                  <a:cubicBezTo>
                    <a:pt x="121" y="287"/>
                    <a:pt x="242" y="148"/>
                    <a:pt x="416" y="148"/>
                  </a:cubicBezTo>
                  <a:close/>
                  <a:moveTo>
                    <a:pt x="367" y="0"/>
                  </a:moveTo>
                  <a:cubicBezTo>
                    <a:pt x="153" y="0"/>
                    <a:pt x="0" y="170"/>
                    <a:pt x="0" y="462"/>
                  </a:cubicBezTo>
                  <a:cubicBezTo>
                    <a:pt x="24" y="922"/>
                    <a:pt x="266" y="1345"/>
                    <a:pt x="653" y="1598"/>
                  </a:cubicBezTo>
                  <a:cubicBezTo>
                    <a:pt x="757" y="1658"/>
                    <a:pt x="856" y="1686"/>
                    <a:pt x="944" y="1686"/>
                  </a:cubicBezTo>
                  <a:cubicBezTo>
                    <a:pt x="1159" y="1686"/>
                    <a:pt x="1305" y="1516"/>
                    <a:pt x="1305" y="1224"/>
                  </a:cubicBezTo>
                  <a:cubicBezTo>
                    <a:pt x="1281" y="764"/>
                    <a:pt x="1039" y="341"/>
                    <a:pt x="653" y="88"/>
                  </a:cubicBezTo>
                  <a:cubicBezTo>
                    <a:pt x="551" y="28"/>
                    <a:pt x="454" y="0"/>
                    <a:pt x="3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2" name="Google Shape;2187;p60">
              <a:extLst>
                <a:ext uri="{FF2B5EF4-FFF2-40B4-BE49-F238E27FC236}">
                  <a16:creationId xmlns:a16="http://schemas.microsoft.com/office/drawing/2014/main" id="{7A800AB8-E278-040E-0F64-1C7B97F41E8C}"/>
                </a:ext>
              </a:extLst>
            </p:cNvPr>
            <p:cNvSpPr/>
            <p:nvPr/>
          </p:nvSpPr>
          <p:spPr>
            <a:xfrm>
              <a:off x="4149135" y="1468745"/>
              <a:ext cx="6939" cy="9966"/>
            </a:xfrm>
            <a:custGeom>
              <a:avLst/>
              <a:gdLst/>
              <a:ahLst/>
              <a:cxnLst/>
              <a:rect l="l" t="t" r="r" b="b"/>
              <a:pathLst>
                <a:path w="110" h="158" extrusionOk="0">
                  <a:moveTo>
                    <a:pt x="0" y="0"/>
                  </a:moveTo>
                  <a:lnTo>
                    <a:pt x="0" y="97"/>
                  </a:lnTo>
                  <a:lnTo>
                    <a:pt x="109" y="157"/>
                  </a:lnTo>
                  <a:lnTo>
                    <a:pt x="109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3" name="Google Shape;2188;p60">
              <a:extLst>
                <a:ext uri="{FF2B5EF4-FFF2-40B4-BE49-F238E27FC236}">
                  <a16:creationId xmlns:a16="http://schemas.microsoft.com/office/drawing/2014/main" id="{8EEACC71-F9AC-BDC5-FCBB-5CB61F014CB3}"/>
                </a:ext>
              </a:extLst>
            </p:cNvPr>
            <p:cNvSpPr/>
            <p:nvPr/>
          </p:nvSpPr>
          <p:spPr>
            <a:xfrm>
              <a:off x="4149135" y="1481676"/>
              <a:ext cx="6939" cy="35891"/>
            </a:xfrm>
            <a:custGeom>
              <a:avLst/>
              <a:gdLst/>
              <a:ahLst/>
              <a:cxnLst/>
              <a:rect l="l" t="t" r="r" b="b"/>
              <a:pathLst>
                <a:path w="110" h="569" extrusionOk="0">
                  <a:moveTo>
                    <a:pt x="0" y="1"/>
                  </a:moveTo>
                  <a:lnTo>
                    <a:pt x="0" y="496"/>
                  </a:lnTo>
                  <a:lnTo>
                    <a:pt x="109" y="569"/>
                  </a:lnTo>
                  <a:lnTo>
                    <a:pt x="109" y="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4" name="Google Shape;2189;p60">
              <a:extLst>
                <a:ext uri="{FF2B5EF4-FFF2-40B4-BE49-F238E27FC236}">
                  <a16:creationId xmlns:a16="http://schemas.microsoft.com/office/drawing/2014/main" id="{BB669EC0-0C7B-E8FC-465C-79C6761A939B}"/>
                </a:ext>
              </a:extLst>
            </p:cNvPr>
            <p:cNvSpPr/>
            <p:nvPr/>
          </p:nvSpPr>
          <p:spPr>
            <a:xfrm>
              <a:off x="3928051" y="1324047"/>
              <a:ext cx="103699" cy="130634"/>
            </a:xfrm>
            <a:custGeom>
              <a:avLst/>
              <a:gdLst/>
              <a:ahLst/>
              <a:cxnLst/>
              <a:rect l="l" t="t" r="r" b="b"/>
              <a:pathLst>
                <a:path w="1644" h="2071" extrusionOk="0">
                  <a:moveTo>
                    <a:pt x="77" y="1"/>
                  </a:moveTo>
                  <a:cubicBezTo>
                    <a:pt x="30" y="1"/>
                    <a:pt x="0" y="39"/>
                    <a:pt x="0" y="107"/>
                  </a:cubicBezTo>
                  <a:lnTo>
                    <a:pt x="0" y="1122"/>
                  </a:lnTo>
                  <a:cubicBezTo>
                    <a:pt x="0" y="1231"/>
                    <a:pt x="61" y="1315"/>
                    <a:pt x="145" y="1376"/>
                  </a:cubicBezTo>
                  <a:lnTo>
                    <a:pt x="1136" y="1956"/>
                  </a:lnTo>
                  <a:cubicBezTo>
                    <a:pt x="1158" y="1965"/>
                    <a:pt x="1179" y="1970"/>
                    <a:pt x="1197" y="1970"/>
                  </a:cubicBezTo>
                  <a:cubicBezTo>
                    <a:pt x="1248" y="1970"/>
                    <a:pt x="1281" y="1934"/>
                    <a:pt x="1281" y="1871"/>
                  </a:cubicBezTo>
                  <a:lnTo>
                    <a:pt x="1281" y="1533"/>
                  </a:lnTo>
                  <a:lnTo>
                    <a:pt x="1608" y="2053"/>
                  </a:lnTo>
                  <a:cubicBezTo>
                    <a:pt x="1614" y="2065"/>
                    <a:pt x="1623" y="2071"/>
                    <a:pt x="1630" y="2071"/>
                  </a:cubicBezTo>
                  <a:cubicBezTo>
                    <a:pt x="1638" y="2071"/>
                    <a:pt x="1644" y="2065"/>
                    <a:pt x="1644" y="2053"/>
                  </a:cubicBezTo>
                  <a:lnTo>
                    <a:pt x="1644" y="1074"/>
                  </a:lnTo>
                  <a:cubicBezTo>
                    <a:pt x="1644" y="1049"/>
                    <a:pt x="1620" y="1025"/>
                    <a:pt x="1608" y="1025"/>
                  </a:cubicBezTo>
                  <a:lnTo>
                    <a:pt x="1281" y="1182"/>
                  </a:lnTo>
                  <a:lnTo>
                    <a:pt x="1281" y="844"/>
                  </a:lnTo>
                  <a:cubicBezTo>
                    <a:pt x="1281" y="747"/>
                    <a:pt x="1221" y="651"/>
                    <a:pt x="1136" y="602"/>
                  </a:cubicBezTo>
                  <a:lnTo>
                    <a:pt x="145" y="22"/>
                  </a:lnTo>
                  <a:cubicBezTo>
                    <a:pt x="120" y="8"/>
                    <a:pt x="97" y="1"/>
                    <a:pt x="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5" name="Google Shape;2190;p60">
              <a:extLst>
                <a:ext uri="{FF2B5EF4-FFF2-40B4-BE49-F238E27FC236}">
                  <a16:creationId xmlns:a16="http://schemas.microsoft.com/office/drawing/2014/main" id="{775AEF46-5455-BE77-9A29-333B9675D712}"/>
                </a:ext>
              </a:extLst>
            </p:cNvPr>
            <p:cNvSpPr/>
            <p:nvPr/>
          </p:nvSpPr>
          <p:spPr>
            <a:xfrm>
              <a:off x="3754212" y="1193667"/>
              <a:ext cx="105276" cy="198568"/>
            </a:xfrm>
            <a:custGeom>
              <a:avLst/>
              <a:gdLst/>
              <a:ahLst/>
              <a:cxnLst/>
              <a:rect l="l" t="t" r="r" b="b"/>
              <a:pathLst>
                <a:path w="1669" h="3148" extrusionOk="0">
                  <a:moveTo>
                    <a:pt x="40" y="0"/>
                  </a:moveTo>
                  <a:cubicBezTo>
                    <a:pt x="25" y="0"/>
                    <a:pt x="12" y="17"/>
                    <a:pt x="12" y="34"/>
                  </a:cubicBezTo>
                  <a:cubicBezTo>
                    <a:pt x="0" y="614"/>
                    <a:pt x="145" y="1195"/>
                    <a:pt x="423" y="1714"/>
                  </a:cubicBezTo>
                  <a:cubicBezTo>
                    <a:pt x="689" y="2258"/>
                    <a:pt x="1076" y="2754"/>
                    <a:pt x="1547" y="3141"/>
                  </a:cubicBezTo>
                  <a:cubicBezTo>
                    <a:pt x="1556" y="3145"/>
                    <a:pt x="1567" y="3148"/>
                    <a:pt x="1577" y="3148"/>
                  </a:cubicBezTo>
                  <a:cubicBezTo>
                    <a:pt x="1593" y="3148"/>
                    <a:pt x="1608" y="3139"/>
                    <a:pt x="1608" y="3116"/>
                  </a:cubicBezTo>
                  <a:lnTo>
                    <a:pt x="1668" y="2742"/>
                  </a:lnTo>
                  <a:cubicBezTo>
                    <a:pt x="1668" y="2705"/>
                    <a:pt x="1644" y="2657"/>
                    <a:pt x="1620" y="2621"/>
                  </a:cubicBezTo>
                  <a:lnTo>
                    <a:pt x="1318" y="2331"/>
                  </a:lnTo>
                  <a:cubicBezTo>
                    <a:pt x="1291" y="2304"/>
                    <a:pt x="1263" y="2290"/>
                    <a:pt x="1236" y="2290"/>
                  </a:cubicBezTo>
                  <a:cubicBezTo>
                    <a:pt x="1227" y="2290"/>
                    <a:pt x="1218" y="2291"/>
                    <a:pt x="1209" y="2294"/>
                  </a:cubicBezTo>
                  <a:lnTo>
                    <a:pt x="1076" y="2355"/>
                  </a:lnTo>
                  <a:cubicBezTo>
                    <a:pt x="883" y="2137"/>
                    <a:pt x="726" y="1896"/>
                    <a:pt x="605" y="1642"/>
                  </a:cubicBezTo>
                  <a:cubicBezTo>
                    <a:pt x="484" y="1400"/>
                    <a:pt x="387" y="1134"/>
                    <a:pt x="339" y="868"/>
                  </a:cubicBezTo>
                  <a:lnTo>
                    <a:pt x="472" y="832"/>
                  </a:lnTo>
                  <a:cubicBezTo>
                    <a:pt x="508" y="820"/>
                    <a:pt x="520" y="784"/>
                    <a:pt x="520" y="735"/>
                  </a:cubicBezTo>
                  <a:lnTo>
                    <a:pt x="484" y="348"/>
                  </a:lnTo>
                  <a:cubicBezTo>
                    <a:pt x="484" y="300"/>
                    <a:pt x="460" y="264"/>
                    <a:pt x="423" y="240"/>
                  </a:cubicBezTo>
                  <a:lnTo>
                    <a:pt x="61" y="10"/>
                  </a:lnTo>
                  <a:cubicBezTo>
                    <a:pt x="54" y="3"/>
                    <a:pt x="47" y="0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6" name="Google Shape;2191;p60">
              <a:extLst>
                <a:ext uri="{FF2B5EF4-FFF2-40B4-BE49-F238E27FC236}">
                  <a16:creationId xmlns:a16="http://schemas.microsoft.com/office/drawing/2014/main" id="{7A332709-C875-1926-22C4-D2EF3C6664E5}"/>
                </a:ext>
              </a:extLst>
            </p:cNvPr>
            <p:cNvSpPr/>
            <p:nvPr/>
          </p:nvSpPr>
          <p:spPr>
            <a:xfrm>
              <a:off x="2349115" y="3345539"/>
              <a:ext cx="157126" cy="82064"/>
            </a:xfrm>
            <a:custGeom>
              <a:avLst/>
              <a:gdLst/>
              <a:ahLst/>
              <a:cxnLst/>
              <a:rect l="l" t="t" r="r" b="b"/>
              <a:pathLst>
                <a:path w="2491" h="1301" extrusionOk="0">
                  <a:moveTo>
                    <a:pt x="1254" y="1"/>
                  </a:moveTo>
                  <a:cubicBezTo>
                    <a:pt x="969" y="1"/>
                    <a:pt x="683" y="70"/>
                    <a:pt x="423" y="210"/>
                  </a:cubicBezTo>
                  <a:cubicBezTo>
                    <a:pt x="0" y="476"/>
                    <a:pt x="25" y="887"/>
                    <a:pt x="472" y="1128"/>
                  </a:cubicBezTo>
                  <a:cubicBezTo>
                    <a:pt x="713" y="1243"/>
                    <a:pt x="974" y="1301"/>
                    <a:pt x="1235" y="1301"/>
                  </a:cubicBezTo>
                  <a:cubicBezTo>
                    <a:pt x="1522" y="1301"/>
                    <a:pt x="1808" y="1231"/>
                    <a:pt x="2067" y="1092"/>
                  </a:cubicBezTo>
                  <a:cubicBezTo>
                    <a:pt x="2490" y="826"/>
                    <a:pt x="2466" y="427"/>
                    <a:pt x="2007" y="173"/>
                  </a:cubicBezTo>
                  <a:cubicBezTo>
                    <a:pt x="1771" y="58"/>
                    <a:pt x="1513" y="1"/>
                    <a:pt x="1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7" name="Google Shape;2192;p60">
              <a:extLst>
                <a:ext uri="{FF2B5EF4-FFF2-40B4-BE49-F238E27FC236}">
                  <a16:creationId xmlns:a16="http://schemas.microsoft.com/office/drawing/2014/main" id="{C36FB4B2-824B-13D6-1759-1CCC8327BA08}"/>
                </a:ext>
              </a:extLst>
            </p:cNvPr>
            <p:cNvSpPr/>
            <p:nvPr/>
          </p:nvSpPr>
          <p:spPr>
            <a:xfrm>
              <a:off x="2372769" y="3360236"/>
              <a:ext cx="102942" cy="54310"/>
            </a:xfrm>
            <a:custGeom>
              <a:avLst/>
              <a:gdLst/>
              <a:ahLst/>
              <a:cxnLst/>
              <a:rect l="l" t="t" r="r" b="b"/>
              <a:pathLst>
                <a:path w="1632" h="861" extrusionOk="0">
                  <a:moveTo>
                    <a:pt x="411" y="1"/>
                  </a:moveTo>
                  <a:cubicBezTo>
                    <a:pt x="375" y="13"/>
                    <a:pt x="338" y="25"/>
                    <a:pt x="302" y="49"/>
                  </a:cubicBezTo>
                  <a:cubicBezTo>
                    <a:pt x="0" y="243"/>
                    <a:pt x="24" y="545"/>
                    <a:pt x="363" y="726"/>
                  </a:cubicBezTo>
                  <a:cubicBezTo>
                    <a:pt x="547" y="815"/>
                    <a:pt x="746" y="861"/>
                    <a:pt x="945" y="861"/>
                  </a:cubicBezTo>
                  <a:cubicBezTo>
                    <a:pt x="1151" y="861"/>
                    <a:pt x="1357" y="812"/>
                    <a:pt x="1547" y="714"/>
                  </a:cubicBezTo>
                  <a:cubicBezTo>
                    <a:pt x="1571" y="690"/>
                    <a:pt x="1608" y="678"/>
                    <a:pt x="1632" y="654"/>
                  </a:cubicBezTo>
                  <a:cubicBezTo>
                    <a:pt x="1475" y="508"/>
                    <a:pt x="1305" y="388"/>
                    <a:pt x="1112" y="291"/>
                  </a:cubicBezTo>
                  <a:cubicBezTo>
                    <a:pt x="882" y="170"/>
                    <a:pt x="653" y="73"/>
                    <a:pt x="411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8" name="Google Shape;2193;p60">
              <a:extLst>
                <a:ext uri="{FF2B5EF4-FFF2-40B4-BE49-F238E27FC236}">
                  <a16:creationId xmlns:a16="http://schemas.microsoft.com/office/drawing/2014/main" id="{864C35EE-111D-AC6F-7F84-90A2A626732B}"/>
                </a:ext>
              </a:extLst>
            </p:cNvPr>
            <p:cNvSpPr/>
            <p:nvPr/>
          </p:nvSpPr>
          <p:spPr>
            <a:xfrm>
              <a:off x="2377311" y="3380863"/>
              <a:ext cx="65664" cy="34062"/>
            </a:xfrm>
            <a:custGeom>
              <a:avLst/>
              <a:gdLst/>
              <a:ahLst/>
              <a:cxnLst/>
              <a:rect l="l" t="t" r="r" b="b"/>
              <a:pathLst>
                <a:path w="1041" h="540" extrusionOk="0">
                  <a:moveTo>
                    <a:pt x="25" y="0"/>
                  </a:moveTo>
                  <a:lnTo>
                    <a:pt x="25" y="0"/>
                  </a:lnTo>
                  <a:cubicBezTo>
                    <a:pt x="1" y="145"/>
                    <a:pt x="97" y="290"/>
                    <a:pt x="291" y="399"/>
                  </a:cubicBezTo>
                  <a:cubicBezTo>
                    <a:pt x="476" y="497"/>
                    <a:pt x="685" y="539"/>
                    <a:pt x="892" y="539"/>
                  </a:cubicBezTo>
                  <a:cubicBezTo>
                    <a:pt x="942" y="539"/>
                    <a:pt x="991" y="537"/>
                    <a:pt x="1040" y="532"/>
                  </a:cubicBezTo>
                  <a:cubicBezTo>
                    <a:pt x="968" y="375"/>
                    <a:pt x="847" y="254"/>
                    <a:pt x="702" y="181"/>
                  </a:cubicBezTo>
                  <a:cubicBezTo>
                    <a:pt x="484" y="73"/>
                    <a:pt x="254" y="12"/>
                    <a:pt x="25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9" name="Google Shape;2194;p60">
              <a:extLst>
                <a:ext uri="{FF2B5EF4-FFF2-40B4-BE49-F238E27FC236}">
                  <a16:creationId xmlns:a16="http://schemas.microsoft.com/office/drawing/2014/main" id="{21921146-C7E7-F78F-8FAC-A0866E471A66}"/>
                </a:ext>
              </a:extLst>
            </p:cNvPr>
            <p:cNvSpPr/>
            <p:nvPr/>
          </p:nvSpPr>
          <p:spPr>
            <a:xfrm>
              <a:off x="2464987" y="3377961"/>
              <a:ext cx="25231" cy="16463"/>
            </a:xfrm>
            <a:custGeom>
              <a:avLst/>
              <a:gdLst/>
              <a:ahLst/>
              <a:cxnLst/>
              <a:rect l="l" t="t" r="r" b="b"/>
              <a:pathLst>
                <a:path w="400" h="261" extrusionOk="0">
                  <a:moveTo>
                    <a:pt x="31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" y="10"/>
                    <a:pt x="1" y="22"/>
                    <a:pt x="13" y="34"/>
                  </a:cubicBezTo>
                  <a:lnTo>
                    <a:pt x="254" y="252"/>
                  </a:lnTo>
                  <a:cubicBezTo>
                    <a:pt x="260" y="258"/>
                    <a:pt x="266" y="261"/>
                    <a:pt x="272" y="261"/>
                  </a:cubicBezTo>
                  <a:cubicBezTo>
                    <a:pt x="279" y="261"/>
                    <a:pt x="285" y="258"/>
                    <a:pt x="291" y="252"/>
                  </a:cubicBezTo>
                  <a:cubicBezTo>
                    <a:pt x="303" y="252"/>
                    <a:pt x="315" y="240"/>
                    <a:pt x="303" y="227"/>
                  </a:cubicBezTo>
                  <a:lnTo>
                    <a:pt x="121" y="70"/>
                  </a:lnTo>
                  <a:lnTo>
                    <a:pt x="121" y="70"/>
                  </a:lnTo>
                  <a:lnTo>
                    <a:pt x="339" y="119"/>
                  </a:lnTo>
                  <a:cubicBezTo>
                    <a:pt x="351" y="119"/>
                    <a:pt x="375" y="119"/>
                    <a:pt x="387" y="107"/>
                  </a:cubicBezTo>
                  <a:cubicBezTo>
                    <a:pt x="399" y="95"/>
                    <a:pt x="387" y="82"/>
                    <a:pt x="363" y="82"/>
                  </a:cubicBezTo>
                  <a:lnTo>
                    <a:pt x="49" y="10"/>
                  </a:lnTo>
                  <a:cubicBezTo>
                    <a:pt x="43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0" name="Google Shape;2195;p60">
              <a:extLst>
                <a:ext uri="{FF2B5EF4-FFF2-40B4-BE49-F238E27FC236}">
                  <a16:creationId xmlns:a16="http://schemas.microsoft.com/office/drawing/2014/main" id="{B640C5BB-678F-02D8-13F5-F531FB524F73}"/>
                </a:ext>
              </a:extLst>
            </p:cNvPr>
            <p:cNvSpPr/>
            <p:nvPr/>
          </p:nvSpPr>
          <p:spPr>
            <a:xfrm>
              <a:off x="2410868" y="3351090"/>
              <a:ext cx="29016" cy="13814"/>
            </a:xfrm>
            <a:custGeom>
              <a:avLst/>
              <a:gdLst/>
              <a:ahLst/>
              <a:cxnLst/>
              <a:rect l="l" t="t" r="r" b="b"/>
              <a:pathLst>
                <a:path w="460" h="219" extrusionOk="0">
                  <a:moveTo>
                    <a:pt x="266" y="1"/>
                  </a:moveTo>
                  <a:cubicBezTo>
                    <a:pt x="242" y="13"/>
                    <a:pt x="230" y="25"/>
                    <a:pt x="242" y="37"/>
                  </a:cubicBezTo>
                  <a:lnTo>
                    <a:pt x="339" y="158"/>
                  </a:lnTo>
                  <a:lnTo>
                    <a:pt x="339" y="158"/>
                  </a:lnTo>
                  <a:lnTo>
                    <a:pt x="49" y="61"/>
                  </a:lnTo>
                  <a:cubicBezTo>
                    <a:pt x="45" y="58"/>
                    <a:pt x="42" y="56"/>
                    <a:pt x="38" y="56"/>
                  </a:cubicBezTo>
                  <a:cubicBezTo>
                    <a:pt x="29" y="56"/>
                    <a:pt x="17" y="65"/>
                    <a:pt x="0" y="73"/>
                  </a:cubicBezTo>
                  <a:cubicBezTo>
                    <a:pt x="0" y="73"/>
                    <a:pt x="0" y="97"/>
                    <a:pt x="12" y="97"/>
                  </a:cubicBezTo>
                  <a:lnTo>
                    <a:pt x="37" y="97"/>
                  </a:lnTo>
                  <a:lnTo>
                    <a:pt x="423" y="218"/>
                  </a:lnTo>
                  <a:lnTo>
                    <a:pt x="460" y="218"/>
                  </a:lnTo>
                  <a:lnTo>
                    <a:pt x="460" y="194"/>
                  </a:lnTo>
                  <a:lnTo>
                    <a:pt x="303" y="13"/>
                  </a:lnTo>
                  <a:cubicBezTo>
                    <a:pt x="290" y="1"/>
                    <a:pt x="278" y="1"/>
                    <a:pt x="266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1" name="Google Shape;2196;p60">
              <a:extLst>
                <a:ext uri="{FF2B5EF4-FFF2-40B4-BE49-F238E27FC236}">
                  <a16:creationId xmlns:a16="http://schemas.microsoft.com/office/drawing/2014/main" id="{C9306FEE-21BE-04FB-A408-AEDB9DFA5236}"/>
                </a:ext>
              </a:extLst>
            </p:cNvPr>
            <p:cNvSpPr/>
            <p:nvPr/>
          </p:nvSpPr>
          <p:spPr>
            <a:xfrm>
              <a:off x="1685801" y="2720383"/>
              <a:ext cx="156369" cy="82884"/>
            </a:xfrm>
            <a:custGeom>
              <a:avLst/>
              <a:gdLst/>
              <a:ahLst/>
              <a:cxnLst/>
              <a:rect l="l" t="t" r="r" b="b"/>
              <a:pathLst>
                <a:path w="2479" h="1314" extrusionOk="0">
                  <a:moveTo>
                    <a:pt x="1126" y="0"/>
                  </a:moveTo>
                  <a:cubicBezTo>
                    <a:pt x="905" y="0"/>
                    <a:pt x="683" y="42"/>
                    <a:pt x="472" y="125"/>
                  </a:cubicBezTo>
                  <a:cubicBezTo>
                    <a:pt x="25" y="342"/>
                    <a:pt x="1" y="753"/>
                    <a:pt x="436" y="1043"/>
                  </a:cubicBezTo>
                  <a:cubicBezTo>
                    <a:pt x="717" y="1223"/>
                    <a:pt x="1036" y="1313"/>
                    <a:pt x="1358" y="1313"/>
                  </a:cubicBezTo>
                  <a:cubicBezTo>
                    <a:pt x="1577" y="1313"/>
                    <a:pt x="1797" y="1272"/>
                    <a:pt x="2007" y="1188"/>
                  </a:cubicBezTo>
                  <a:cubicBezTo>
                    <a:pt x="2467" y="971"/>
                    <a:pt x="2479" y="560"/>
                    <a:pt x="2056" y="270"/>
                  </a:cubicBezTo>
                  <a:cubicBezTo>
                    <a:pt x="1775" y="90"/>
                    <a:pt x="1452" y="0"/>
                    <a:pt x="1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2" name="Google Shape;2197;p60">
              <a:extLst>
                <a:ext uri="{FF2B5EF4-FFF2-40B4-BE49-F238E27FC236}">
                  <a16:creationId xmlns:a16="http://schemas.microsoft.com/office/drawing/2014/main" id="{3C1B5A03-5925-5E1A-58EB-966672B8A528}"/>
                </a:ext>
              </a:extLst>
            </p:cNvPr>
            <p:cNvSpPr/>
            <p:nvPr/>
          </p:nvSpPr>
          <p:spPr>
            <a:xfrm>
              <a:off x="1710212" y="2732052"/>
              <a:ext cx="100735" cy="58473"/>
            </a:xfrm>
            <a:custGeom>
              <a:avLst/>
              <a:gdLst/>
              <a:ahLst/>
              <a:cxnLst/>
              <a:rect l="l" t="t" r="r" b="b"/>
              <a:pathLst>
                <a:path w="1597" h="927" extrusionOk="0">
                  <a:moveTo>
                    <a:pt x="448" y="0"/>
                  </a:moveTo>
                  <a:cubicBezTo>
                    <a:pt x="412" y="12"/>
                    <a:pt x="375" y="24"/>
                    <a:pt x="339" y="37"/>
                  </a:cubicBezTo>
                  <a:cubicBezTo>
                    <a:pt x="13" y="194"/>
                    <a:pt x="1" y="508"/>
                    <a:pt x="327" y="725"/>
                  </a:cubicBezTo>
                  <a:cubicBezTo>
                    <a:pt x="539" y="857"/>
                    <a:pt x="781" y="927"/>
                    <a:pt x="1025" y="927"/>
                  </a:cubicBezTo>
                  <a:cubicBezTo>
                    <a:pt x="1185" y="927"/>
                    <a:pt x="1346" y="897"/>
                    <a:pt x="1499" y="834"/>
                  </a:cubicBezTo>
                  <a:cubicBezTo>
                    <a:pt x="1536" y="822"/>
                    <a:pt x="1560" y="810"/>
                    <a:pt x="1596" y="786"/>
                  </a:cubicBezTo>
                  <a:cubicBezTo>
                    <a:pt x="1451" y="629"/>
                    <a:pt x="1294" y="484"/>
                    <a:pt x="1113" y="363"/>
                  </a:cubicBezTo>
                  <a:cubicBezTo>
                    <a:pt x="907" y="218"/>
                    <a:pt x="677" y="97"/>
                    <a:pt x="448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3" name="Google Shape;2198;p60">
              <a:extLst>
                <a:ext uri="{FF2B5EF4-FFF2-40B4-BE49-F238E27FC236}">
                  <a16:creationId xmlns:a16="http://schemas.microsoft.com/office/drawing/2014/main" id="{AFB17EE3-9A69-A119-B33D-A3092720F1FF}"/>
                </a:ext>
              </a:extLst>
            </p:cNvPr>
            <p:cNvSpPr/>
            <p:nvPr/>
          </p:nvSpPr>
          <p:spPr>
            <a:xfrm>
              <a:off x="1714059" y="2751101"/>
              <a:ext cx="62573" cy="39676"/>
            </a:xfrm>
            <a:custGeom>
              <a:avLst/>
              <a:gdLst/>
              <a:ahLst/>
              <a:cxnLst/>
              <a:rect l="l" t="t" r="r" b="b"/>
              <a:pathLst>
                <a:path w="992" h="629" extrusionOk="0">
                  <a:moveTo>
                    <a:pt x="36" y="0"/>
                  </a:moveTo>
                  <a:lnTo>
                    <a:pt x="36" y="0"/>
                  </a:lnTo>
                  <a:cubicBezTo>
                    <a:pt x="0" y="133"/>
                    <a:pt x="73" y="303"/>
                    <a:pt x="266" y="423"/>
                  </a:cubicBezTo>
                  <a:cubicBezTo>
                    <a:pt x="483" y="556"/>
                    <a:pt x="737" y="629"/>
                    <a:pt x="991" y="629"/>
                  </a:cubicBezTo>
                  <a:cubicBezTo>
                    <a:pt x="943" y="472"/>
                    <a:pt x="834" y="327"/>
                    <a:pt x="689" y="242"/>
                  </a:cubicBezTo>
                  <a:cubicBezTo>
                    <a:pt x="496" y="121"/>
                    <a:pt x="266" y="37"/>
                    <a:pt x="36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4" name="Google Shape;2199;p60">
              <a:extLst>
                <a:ext uri="{FF2B5EF4-FFF2-40B4-BE49-F238E27FC236}">
                  <a16:creationId xmlns:a16="http://schemas.microsoft.com/office/drawing/2014/main" id="{741A1E77-F97A-7890-FCFC-4FFFECDB6D4F}"/>
                </a:ext>
              </a:extLst>
            </p:cNvPr>
            <p:cNvSpPr/>
            <p:nvPr/>
          </p:nvSpPr>
          <p:spPr>
            <a:xfrm>
              <a:off x="1802493" y="2757977"/>
              <a:ext cx="23654" cy="16842"/>
            </a:xfrm>
            <a:custGeom>
              <a:avLst/>
              <a:gdLst/>
              <a:ahLst/>
              <a:cxnLst/>
              <a:rect l="l" t="t" r="r" b="b"/>
              <a:pathLst>
                <a:path w="375" h="267" extrusionOk="0">
                  <a:moveTo>
                    <a:pt x="0" y="0"/>
                  </a:moveTo>
                  <a:cubicBezTo>
                    <a:pt x="0" y="12"/>
                    <a:pt x="0" y="24"/>
                    <a:pt x="0" y="24"/>
                  </a:cubicBezTo>
                  <a:lnTo>
                    <a:pt x="218" y="266"/>
                  </a:lnTo>
                  <a:lnTo>
                    <a:pt x="254" y="266"/>
                  </a:lnTo>
                  <a:cubicBezTo>
                    <a:pt x="266" y="266"/>
                    <a:pt x="278" y="254"/>
                    <a:pt x="266" y="242"/>
                  </a:cubicBezTo>
                  <a:lnTo>
                    <a:pt x="109" y="61"/>
                  </a:lnTo>
                  <a:lnTo>
                    <a:pt x="314" y="133"/>
                  </a:lnTo>
                  <a:cubicBezTo>
                    <a:pt x="320" y="139"/>
                    <a:pt x="329" y="142"/>
                    <a:pt x="339" y="142"/>
                  </a:cubicBezTo>
                  <a:cubicBezTo>
                    <a:pt x="348" y="142"/>
                    <a:pt x="357" y="139"/>
                    <a:pt x="363" y="133"/>
                  </a:cubicBezTo>
                  <a:cubicBezTo>
                    <a:pt x="375" y="121"/>
                    <a:pt x="363" y="109"/>
                    <a:pt x="351" y="109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5" name="Google Shape;2200;p60">
              <a:extLst>
                <a:ext uri="{FF2B5EF4-FFF2-40B4-BE49-F238E27FC236}">
                  <a16:creationId xmlns:a16="http://schemas.microsoft.com/office/drawing/2014/main" id="{20180486-472B-3167-C190-CB536BFFB028}"/>
                </a:ext>
              </a:extLst>
            </p:cNvPr>
            <p:cNvSpPr/>
            <p:nvPr/>
          </p:nvSpPr>
          <p:spPr>
            <a:xfrm>
              <a:off x="1751401" y="2726375"/>
              <a:ext cx="27502" cy="14886"/>
            </a:xfrm>
            <a:custGeom>
              <a:avLst/>
              <a:gdLst/>
              <a:ahLst/>
              <a:cxnLst/>
              <a:rect l="l" t="t" r="r" b="b"/>
              <a:pathLst>
                <a:path w="436" h="236" extrusionOk="0">
                  <a:moveTo>
                    <a:pt x="279" y="1"/>
                  </a:moveTo>
                  <a:cubicBezTo>
                    <a:pt x="274" y="1"/>
                    <a:pt x="270" y="2"/>
                    <a:pt x="266" y="6"/>
                  </a:cubicBezTo>
                  <a:cubicBezTo>
                    <a:pt x="254" y="6"/>
                    <a:pt x="254" y="18"/>
                    <a:pt x="254" y="30"/>
                  </a:cubicBezTo>
                  <a:lnTo>
                    <a:pt x="339" y="163"/>
                  </a:lnTo>
                  <a:lnTo>
                    <a:pt x="339" y="163"/>
                  </a:lnTo>
                  <a:lnTo>
                    <a:pt x="61" y="30"/>
                  </a:lnTo>
                  <a:lnTo>
                    <a:pt x="12" y="30"/>
                  </a:lnTo>
                  <a:cubicBezTo>
                    <a:pt x="0" y="42"/>
                    <a:pt x="0" y="54"/>
                    <a:pt x="12" y="54"/>
                  </a:cubicBezTo>
                  <a:lnTo>
                    <a:pt x="24" y="66"/>
                  </a:lnTo>
                  <a:lnTo>
                    <a:pt x="387" y="235"/>
                  </a:lnTo>
                  <a:lnTo>
                    <a:pt x="435" y="235"/>
                  </a:lnTo>
                  <a:cubicBezTo>
                    <a:pt x="435" y="223"/>
                    <a:pt x="435" y="211"/>
                    <a:pt x="435" y="211"/>
                  </a:cubicBezTo>
                  <a:lnTo>
                    <a:pt x="315" y="18"/>
                  </a:lnTo>
                  <a:cubicBezTo>
                    <a:pt x="306" y="9"/>
                    <a:pt x="291" y="1"/>
                    <a:pt x="279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6" name="Google Shape;2201;p60">
              <a:extLst>
                <a:ext uri="{FF2B5EF4-FFF2-40B4-BE49-F238E27FC236}">
                  <a16:creationId xmlns:a16="http://schemas.microsoft.com/office/drawing/2014/main" id="{AFA675A5-2CE6-90AD-AF6D-6D4466DE4667}"/>
                </a:ext>
              </a:extLst>
            </p:cNvPr>
            <p:cNvSpPr/>
            <p:nvPr/>
          </p:nvSpPr>
          <p:spPr>
            <a:xfrm>
              <a:off x="1767422" y="3273064"/>
              <a:ext cx="157063" cy="81433"/>
            </a:xfrm>
            <a:custGeom>
              <a:avLst/>
              <a:gdLst/>
              <a:ahLst/>
              <a:cxnLst/>
              <a:rect l="l" t="t" r="r" b="b"/>
              <a:pathLst>
                <a:path w="2490" h="1291" extrusionOk="0">
                  <a:moveTo>
                    <a:pt x="1245" y="0"/>
                  </a:moveTo>
                  <a:cubicBezTo>
                    <a:pt x="963" y="0"/>
                    <a:pt x="680" y="67"/>
                    <a:pt x="423" y="198"/>
                  </a:cubicBezTo>
                  <a:cubicBezTo>
                    <a:pt x="0" y="464"/>
                    <a:pt x="24" y="875"/>
                    <a:pt x="471" y="1117"/>
                  </a:cubicBezTo>
                  <a:cubicBezTo>
                    <a:pt x="716" y="1233"/>
                    <a:pt x="980" y="1291"/>
                    <a:pt x="1244" y="1291"/>
                  </a:cubicBezTo>
                  <a:cubicBezTo>
                    <a:pt x="1527" y="1291"/>
                    <a:pt x="1810" y="1224"/>
                    <a:pt x="2067" y="1093"/>
                  </a:cubicBezTo>
                  <a:cubicBezTo>
                    <a:pt x="2490" y="827"/>
                    <a:pt x="2466" y="416"/>
                    <a:pt x="2007" y="174"/>
                  </a:cubicBezTo>
                  <a:cubicBezTo>
                    <a:pt x="1768" y="58"/>
                    <a:pt x="1507" y="0"/>
                    <a:pt x="1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7" name="Google Shape;2202;p60">
              <a:extLst>
                <a:ext uri="{FF2B5EF4-FFF2-40B4-BE49-F238E27FC236}">
                  <a16:creationId xmlns:a16="http://schemas.microsoft.com/office/drawing/2014/main" id="{B2AD0D0B-78E1-8AD6-D9C0-1FD81167B15A}"/>
                </a:ext>
              </a:extLst>
            </p:cNvPr>
            <p:cNvSpPr/>
            <p:nvPr/>
          </p:nvSpPr>
          <p:spPr>
            <a:xfrm>
              <a:off x="1791770" y="3287067"/>
              <a:ext cx="102249" cy="55067"/>
            </a:xfrm>
            <a:custGeom>
              <a:avLst/>
              <a:gdLst/>
              <a:ahLst/>
              <a:cxnLst/>
              <a:rect l="l" t="t" r="r" b="b"/>
              <a:pathLst>
                <a:path w="1621" h="873" extrusionOk="0">
                  <a:moveTo>
                    <a:pt x="400" y="0"/>
                  </a:moveTo>
                  <a:cubicBezTo>
                    <a:pt x="363" y="13"/>
                    <a:pt x="327" y="37"/>
                    <a:pt x="303" y="61"/>
                  </a:cubicBezTo>
                  <a:cubicBezTo>
                    <a:pt x="1" y="242"/>
                    <a:pt x="13" y="544"/>
                    <a:pt x="351" y="738"/>
                  </a:cubicBezTo>
                  <a:cubicBezTo>
                    <a:pt x="536" y="827"/>
                    <a:pt x="735" y="872"/>
                    <a:pt x="934" y="872"/>
                  </a:cubicBezTo>
                  <a:cubicBezTo>
                    <a:pt x="1140" y="872"/>
                    <a:pt x="1346" y="824"/>
                    <a:pt x="1536" y="726"/>
                  </a:cubicBezTo>
                  <a:cubicBezTo>
                    <a:pt x="1560" y="702"/>
                    <a:pt x="1596" y="677"/>
                    <a:pt x="1621" y="653"/>
                  </a:cubicBezTo>
                  <a:cubicBezTo>
                    <a:pt x="1463" y="508"/>
                    <a:pt x="1282" y="387"/>
                    <a:pt x="1101" y="291"/>
                  </a:cubicBezTo>
                  <a:cubicBezTo>
                    <a:pt x="871" y="170"/>
                    <a:pt x="641" y="73"/>
                    <a:pt x="400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8" name="Google Shape;2203;p60">
              <a:extLst>
                <a:ext uri="{FF2B5EF4-FFF2-40B4-BE49-F238E27FC236}">
                  <a16:creationId xmlns:a16="http://schemas.microsoft.com/office/drawing/2014/main" id="{C91CA068-AB82-84ED-C763-E043F47C9D8E}"/>
                </a:ext>
              </a:extLst>
            </p:cNvPr>
            <p:cNvSpPr/>
            <p:nvPr/>
          </p:nvSpPr>
          <p:spPr>
            <a:xfrm>
              <a:off x="1795617" y="3308387"/>
              <a:ext cx="65601" cy="33620"/>
            </a:xfrm>
            <a:custGeom>
              <a:avLst/>
              <a:gdLst/>
              <a:ahLst/>
              <a:cxnLst/>
              <a:rect l="l" t="t" r="r" b="b"/>
              <a:pathLst>
                <a:path w="1040" h="533" extrusionOk="0">
                  <a:moveTo>
                    <a:pt x="24" y="1"/>
                  </a:moveTo>
                  <a:cubicBezTo>
                    <a:pt x="0" y="146"/>
                    <a:pt x="97" y="291"/>
                    <a:pt x="290" y="400"/>
                  </a:cubicBezTo>
                  <a:cubicBezTo>
                    <a:pt x="469" y="485"/>
                    <a:pt x="670" y="533"/>
                    <a:pt x="870" y="533"/>
                  </a:cubicBezTo>
                  <a:cubicBezTo>
                    <a:pt x="927" y="533"/>
                    <a:pt x="984" y="529"/>
                    <a:pt x="1040" y="521"/>
                  </a:cubicBezTo>
                  <a:cubicBezTo>
                    <a:pt x="967" y="364"/>
                    <a:pt x="846" y="243"/>
                    <a:pt x="701" y="170"/>
                  </a:cubicBezTo>
                  <a:cubicBezTo>
                    <a:pt x="484" y="73"/>
                    <a:pt x="254" y="13"/>
                    <a:pt x="24" y="1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9" name="Google Shape;2204;p60">
              <a:extLst>
                <a:ext uri="{FF2B5EF4-FFF2-40B4-BE49-F238E27FC236}">
                  <a16:creationId xmlns:a16="http://schemas.microsoft.com/office/drawing/2014/main" id="{32EE9F65-F07A-C1E1-8404-7D7E8DCB0123}"/>
                </a:ext>
              </a:extLst>
            </p:cNvPr>
            <p:cNvSpPr/>
            <p:nvPr/>
          </p:nvSpPr>
          <p:spPr>
            <a:xfrm>
              <a:off x="1883294" y="3305549"/>
              <a:ext cx="25231" cy="16211"/>
            </a:xfrm>
            <a:custGeom>
              <a:avLst/>
              <a:gdLst/>
              <a:ahLst/>
              <a:cxnLst/>
              <a:rect l="l" t="t" r="r" b="b"/>
              <a:pathLst>
                <a:path w="400" h="257" extrusionOk="0">
                  <a:moveTo>
                    <a:pt x="31" y="1"/>
                  </a:moveTo>
                  <a:cubicBezTo>
                    <a:pt x="24" y="1"/>
                    <a:pt x="18" y="4"/>
                    <a:pt x="12" y="10"/>
                  </a:cubicBezTo>
                  <a:cubicBezTo>
                    <a:pt x="0" y="10"/>
                    <a:pt x="0" y="34"/>
                    <a:pt x="12" y="34"/>
                  </a:cubicBezTo>
                  <a:lnTo>
                    <a:pt x="254" y="239"/>
                  </a:lnTo>
                  <a:cubicBezTo>
                    <a:pt x="263" y="248"/>
                    <a:pt x="271" y="256"/>
                    <a:pt x="284" y="256"/>
                  </a:cubicBezTo>
                  <a:cubicBezTo>
                    <a:pt x="289" y="256"/>
                    <a:pt x="295" y="255"/>
                    <a:pt x="302" y="251"/>
                  </a:cubicBezTo>
                  <a:cubicBezTo>
                    <a:pt x="302" y="251"/>
                    <a:pt x="315" y="239"/>
                    <a:pt x="302" y="227"/>
                  </a:cubicBezTo>
                  <a:lnTo>
                    <a:pt x="133" y="70"/>
                  </a:lnTo>
                  <a:lnTo>
                    <a:pt x="339" y="118"/>
                  </a:lnTo>
                  <a:cubicBezTo>
                    <a:pt x="363" y="118"/>
                    <a:pt x="375" y="118"/>
                    <a:pt x="387" y="106"/>
                  </a:cubicBezTo>
                  <a:cubicBezTo>
                    <a:pt x="399" y="94"/>
                    <a:pt x="387" y="82"/>
                    <a:pt x="363" y="82"/>
                  </a:cubicBezTo>
                  <a:lnTo>
                    <a:pt x="49" y="10"/>
                  </a:lnTo>
                  <a:cubicBezTo>
                    <a:pt x="43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0" name="Google Shape;2205;p60">
              <a:extLst>
                <a:ext uri="{FF2B5EF4-FFF2-40B4-BE49-F238E27FC236}">
                  <a16:creationId xmlns:a16="http://schemas.microsoft.com/office/drawing/2014/main" id="{7E45516C-451C-7462-63D8-3B1E7DBBE2B2}"/>
                </a:ext>
              </a:extLst>
            </p:cNvPr>
            <p:cNvSpPr/>
            <p:nvPr/>
          </p:nvSpPr>
          <p:spPr>
            <a:xfrm>
              <a:off x="1829174" y="3278362"/>
              <a:ext cx="29773" cy="13940"/>
            </a:xfrm>
            <a:custGeom>
              <a:avLst/>
              <a:gdLst/>
              <a:ahLst/>
              <a:cxnLst/>
              <a:rect l="l" t="t" r="r" b="b"/>
              <a:pathLst>
                <a:path w="472" h="221" extrusionOk="0">
                  <a:moveTo>
                    <a:pt x="279" y="1"/>
                  </a:moveTo>
                  <a:cubicBezTo>
                    <a:pt x="274" y="1"/>
                    <a:pt x="270" y="2"/>
                    <a:pt x="266" y="6"/>
                  </a:cubicBezTo>
                  <a:cubicBezTo>
                    <a:pt x="254" y="6"/>
                    <a:pt x="242" y="18"/>
                    <a:pt x="254" y="30"/>
                  </a:cubicBezTo>
                  <a:lnTo>
                    <a:pt x="351" y="151"/>
                  </a:lnTo>
                  <a:lnTo>
                    <a:pt x="351" y="151"/>
                  </a:lnTo>
                  <a:lnTo>
                    <a:pt x="61" y="54"/>
                  </a:lnTo>
                  <a:lnTo>
                    <a:pt x="12" y="54"/>
                  </a:lnTo>
                  <a:cubicBezTo>
                    <a:pt x="0" y="66"/>
                    <a:pt x="0" y="78"/>
                    <a:pt x="12" y="90"/>
                  </a:cubicBezTo>
                  <a:lnTo>
                    <a:pt x="36" y="90"/>
                  </a:lnTo>
                  <a:lnTo>
                    <a:pt x="411" y="211"/>
                  </a:lnTo>
                  <a:cubicBezTo>
                    <a:pt x="417" y="217"/>
                    <a:pt x="426" y="220"/>
                    <a:pt x="435" y="220"/>
                  </a:cubicBezTo>
                  <a:cubicBezTo>
                    <a:pt x="444" y="220"/>
                    <a:pt x="453" y="217"/>
                    <a:pt x="459" y="211"/>
                  </a:cubicBezTo>
                  <a:cubicBezTo>
                    <a:pt x="459" y="211"/>
                    <a:pt x="472" y="187"/>
                    <a:pt x="459" y="187"/>
                  </a:cubicBezTo>
                  <a:lnTo>
                    <a:pt x="314" y="18"/>
                  </a:lnTo>
                  <a:cubicBezTo>
                    <a:pt x="306" y="9"/>
                    <a:pt x="291" y="1"/>
                    <a:pt x="279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1" name="Google Shape;2206;p60">
              <a:extLst>
                <a:ext uri="{FF2B5EF4-FFF2-40B4-BE49-F238E27FC236}">
                  <a16:creationId xmlns:a16="http://schemas.microsoft.com/office/drawing/2014/main" id="{91B5D07A-A0ED-03AB-51A9-9AD240F5AEFA}"/>
                </a:ext>
              </a:extLst>
            </p:cNvPr>
            <p:cNvSpPr/>
            <p:nvPr/>
          </p:nvSpPr>
          <p:spPr>
            <a:xfrm>
              <a:off x="1326705" y="2649674"/>
              <a:ext cx="195288" cy="98842"/>
            </a:xfrm>
            <a:custGeom>
              <a:avLst/>
              <a:gdLst/>
              <a:ahLst/>
              <a:cxnLst/>
              <a:rect l="l" t="t" r="r" b="b"/>
              <a:pathLst>
                <a:path w="3096" h="1567" extrusionOk="0">
                  <a:moveTo>
                    <a:pt x="1506" y="1"/>
                  </a:moveTo>
                  <a:cubicBezTo>
                    <a:pt x="1222" y="1"/>
                    <a:pt x="940" y="51"/>
                    <a:pt x="702" y="158"/>
                  </a:cubicBezTo>
                  <a:cubicBezTo>
                    <a:pt x="98" y="412"/>
                    <a:pt x="1" y="907"/>
                    <a:pt x="460" y="1246"/>
                  </a:cubicBezTo>
                  <a:cubicBezTo>
                    <a:pt x="743" y="1456"/>
                    <a:pt x="1168" y="1566"/>
                    <a:pt x="1594" y="1566"/>
                  </a:cubicBezTo>
                  <a:cubicBezTo>
                    <a:pt x="1879" y="1566"/>
                    <a:pt x="2164" y="1517"/>
                    <a:pt x="2406" y="1415"/>
                  </a:cubicBezTo>
                  <a:cubicBezTo>
                    <a:pt x="3011" y="1149"/>
                    <a:pt x="3095" y="654"/>
                    <a:pt x="2636" y="315"/>
                  </a:cubicBezTo>
                  <a:cubicBezTo>
                    <a:pt x="2354" y="113"/>
                    <a:pt x="1929" y="1"/>
                    <a:pt x="1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2" name="Google Shape;2207;p60">
              <a:extLst>
                <a:ext uri="{FF2B5EF4-FFF2-40B4-BE49-F238E27FC236}">
                  <a16:creationId xmlns:a16="http://schemas.microsoft.com/office/drawing/2014/main" id="{B53F255F-B6D9-A1EF-69DE-A0C1EE5A5570}"/>
                </a:ext>
              </a:extLst>
            </p:cNvPr>
            <p:cNvSpPr/>
            <p:nvPr/>
          </p:nvSpPr>
          <p:spPr>
            <a:xfrm>
              <a:off x="1357234" y="2663424"/>
              <a:ext cx="121298" cy="70142"/>
            </a:xfrm>
            <a:custGeom>
              <a:avLst/>
              <a:gdLst/>
              <a:ahLst/>
              <a:cxnLst/>
              <a:rect l="l" t="t" r="r" b="b"/>
              <a:pathLst>
                <a:path w="1923" h="1112" extrusionOk="0">
                  <a:moveTo>
                    <a:pt x="641" y="0"/>
                  </a:moveTo>
                  <a:cubicBezTo>
                    <a:pt x="593" y="25"/>
                    <a:pt x="544" y="37"/>
                    <a:pt x="508" y="49"/>
                  </a:cubicBezTo>
                  <a:cubicBezTo>
                    <a:pt x="73" y="242"/>
                    <a:pt x="0" y="605"/>
                    <a:pt x="351" y="871"/>
                  </a:cubicBezTo>
                  <a:cubicBezTo>
                    <a:pt x="612" y="1031"/>
                    <a:pt x="909" y="1112"/>
                    <a:pt x="1206" y="1112"/>
                  </a:cubicBezTo>
                  <a:cubicBezTo>
                    <a:pt x="1404" y="1112"/>
                    <a:pt x="1601" y="1076"/>
                    <a:pt x="1789" y="1004"/>
                  </a:cubicBezTo>
                  <a:cubicBezTo>
                    <a:pt x="1825" y="979"/>
                    <a:pt x="1874" y="955"/>
                    <a:pt x="1922" y="931"/>
                  </a:cubicBezTo>
                  <a:cubicBezTo>
                    <a:pt x="1765" y="738"/>
                    <a:pt x="1596" y="581"/>
                    <a:pt x="1402" y="436"/>
                  </a:cubicBezTo>
                  <a:cubicBezTo>
                    <a:pt x="1161" y="266"/>
                    <a:pt x="907" y="121"/>
                    <a:pt x="641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3" name="Google Shape;2208;p60">
              <a:extLst>
                <a:ext uri="{FF2B5EF4-FFF2-40B4-BE49-F238E27FC236}">
                  <a16:creationId xmlns:a16="http://schemas.microsoft.com/office/drawing/2014/main" id="{5AC93BB6-009B-FB74-2B89-2F4109C812BD}"/>
                </a:ext>
              </a:extLst>
            </p:cNvPr>
            <p:cNvSpPr/>
            <p:nvPr/>
          </p:nvSpPr>
          <p:spPr>
            <a:xfrm>
              <a:off x="1362533" y="2686321"/>
              <a:ext cx="71782" cy="47371"/>
            </a:xfrm>
            <a:custGeom>
              <a:avLst/>
              <a:gdLst/>
              <a:ahLst/>
              <a:cxnLst/>
              <a:rect l="l" t="t" r="r" b="b"/>
              <a:pathLst>
                <a:path w="1138" h="751" extrusionOk="0">
                  <a:moveTo>
                    <a:pt x="61" y="0"/>
                  </a:moveTo>
                  <a:lnTo>
                    <a:pt x="61" y="0"/>
                  </a:lnTo>
                  <a:cubicBezTo>
                    <a:pt x="1" y="169"/>
                    <a:pt x="61" y="351"/>
                    <a:pt x="267" y="508"/>
                  </a:cubicBezTo>
                  <a:cubicBezTo>
                    <a:pt x="505" y="666"/>
                    <a:pt x="785" y="751"/>
                    <a:pt x="1078" y="751"/>
                  </a:cubicBezTo>
                  <a:cubicBezTo>
                    <a:pt x="1098" y="751"/>
                    <a:pt x="1117" y="750"/>
                    <a:pt x="1137" y="749"/>
                  </a:cubicBezTo>
                  <a:cubicBezTo>
                    <a:pt x="1101" y="556"/>
                    <a:pt x="992" y="399"/>
                    <a:pt x="835" y="290"/>
                  </a:cubicBezTo>
                  <a:cubicBezTo>
                    <a:pt x="605" y="133"/>
                    <a:pt x="339" y="36"/>
                    <a:pt x="61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4" name="Google Shape;2209;p60">
              <a:extLst>
                <a:ext uri="{FF2B5EF4-FFF2-40B4-BE49-F238E27FC236}">
                  <a16:creationId xmlns:a16="http://schemas.microsoft.com/office/drawing/2014/main" id="{C2244526-8B2E-F783-5A56-8DE66ED0200F}"/>
                </a:ext>
              </a:extLst>
            </p:cNvPr>
            <p:cNvSpPr/>
            <p:nvPr/>
          </p:nvSpPr>
          <p:spPr>
            <a:xfrm>
              <a:off x="1472349" y="2693891"/>
              <a:ext cx="28259" cy="20689"/>
            </a:xfrm>
            <a:custGeom>
              <a:avLst/>
              <a:gdLst/>
              <a:ahLst/>
              <a:cxnLst/>
              <a:rect l="l" t="t" r="r" b="b"/>
              <a:pathLst>
                <a:path w="448" h="328" extrusionOk="0">
                  <a:moveTo>
                    <a:pt x="13" y="1"/>
                  </a:moveTo>
                  <a:cubicBezTo>
                    <a:pt x="0" y="13"/>
                    <a:pt x="0" y="25"/>
                    <a:pt x="0" y="37"/>
                  </a:cubicBezTo>
                  <a:lnTo>
                    <a:pt x="218" y="315"/>
                  </a:lnTo>
                  <a:cubicBezTo>
                    <a:pt x="242" y="327"/>
                    <a:pt x="266" y="327"/>
                    <a:pt x="278" y="327"/>
                  </a:cubicBezTo>
                  <a:cubicBezTo>
                    <a:pt x="303" y="315"/>
                    <a:pt x="315" y="303"/>
                    <a:pt x="303" y="291"/>
                  </a:cubicBezTo>
                  <a:lnTo>
                    <a:pt x="133" y="73"/>
                  </a:lnTo>
                  <a:lnTo>
                    <a:pt x="375" y="170"/>
                  </a:lnTo>
                  <a:lnTo>
                    <a:pt x="436" y="170"/>
                  </a:lnTo>
                  <a:cubicBezTo>
                    <a:pt x="448" y="146"/>
                    <a:pt x="448" y="134"/>
                    <a:pt x="424" y="134"/>
                  </a:cubicBezTo>
                  <a:lnTo>
                    <a:pt x="61" y="1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5" name="Google Shape;2210;p60">
              <a:extLst>
                <a:ext uri="{FF2B5EF4-FFF2-40B4-BE49-F238E27FC236}">
                  <a16:creationId xmlns:a16="http://schemas.microsoft.com/office/drawing/2014/main" id="{F6FDCAE4-1C85-4BE2-E00C-97363CA84094}"/>
                </a:ext>
              </a:extLst>
            </p:cNvPr>
            <p:cNvSpPr/>
            <p:nvPr/>
          </p:nvSpPr>
          <p:spPr>
            <a:xfrm>
              <a:off x="1414382" y="2657306"/>
              <a:ext cx="32106" cy="17599"/>
            </a:xfrm>
            <a:custGeom>
              <a:avLst/>
              <a:gdLst/>
              <a:ahLst/>
              <a:cxnLst/>
              <a:rect l="l" t="t" r="r" b="b"/>
              <a:pathLst>
                <a:path w="509" h="279" extrusionOk="0">
                  <a:moveTo>
                    <a:pt x="339" y="1"/>
                  </a:moveTo>
                  <a:cubicBezTo>
                    <a:pt x="303" y="1"/>
                    <a:pt x="303" y="25"/>
                    <a:pt x="303" y="37"/>
                  </a:cubicBezTo>
                  <a:lnTo>
                    <a:pt x="388" y="182"/>
                  </a:lnTo>
                  <a:lnTo>
                    <a:pt x="61" y="37"/>
                  </a:lnTo>
                  <a:cubicBezTo>
                    <a:pt x="55" y="31"/>
                    <a:pt x="46" y="28"/>
                    <a:pt x="37" y="28"/>
                  </a:cubicBezTo>
                  <a:cubicBezTo>
                    <a:pt x="28" y="28"/>
                    <a:pt x="19" y="31"/>
                    <a:pt x="13" y="37"/>
                  </a:cubicBezTo>
                  <a:cubicBezTo>
                    <a:pt x="1" y="37"/>
                    <a:pt x="1" y="61"/>
                    <a:pt x="13" y="61"/>
                  </a:cubicBezTo>
                  <a:lnTo>
                    <a:pt x="448" y="279"/>
                  </a:lnTo>
                  <a:lnTo>
                    <a:pt x="496" y="279"/>
                  </a:lnTo>
                  <a:cubicBezTo>
                    <a:pt x="509" y="267"/>
                    <a:pt x="509" y="255"/>
                    <a:pt x="509" y="242"/>
                  </a:cubicBezTo>
                  <a:lnTo>
                    <a:pt x="388" y="25"/>
                  </a:lnTo>
                  <a:cubicBezTo>
                    <a:pt x="376" y="1"/>
                    <a:pt x="351" y="1"/>
                    <a:pt x="339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6" name="Google Shape;2211;p60">
              <a:extLst>
                <a:ext uri="{FF2B5EF4-FFF2-40B4-BE49-F238E27FC236}">
                  <a16:creationId xmlns:a16="http://schemas.microsoft.com/office/drawing/2014/main" id="{0BA37851-863F-B8DF-B634-269DE8F2FD21}"/>
                </a:ext>
              </a:extLst>
            </p:cNvPr>
            <p:cNvSpPr/>
            <p:nvPr/>
          </p:nvSpPr>
          <p:spPr>
            <a:xfrm>
              <a:off x="1451030" y="3065730"/>
              <a:ext cx="157883" cy="82127"/>
            </a:xfrm>
            <a:custGeom>
              <a:avLst/>
              <a:gdLst/>
              <a:ahLst/>
              <a:cxnLst/>
              <a:rect l="l" t="t" r="r" b="b"/>
              <a:pathLst>
                <a:path w="2503" h="1302" extrusionOk="0">
                  <a:moveTo>
                    <a:pt x="1255" y="1"/>
                  </a:moveTo>
                  <a:cubicBezTo>
                    <a:pt x="969" y="1"/>
                    <a:pt x="683" y="70"/>
                    <a:pt x="423" y="210"/>
                  </a:cubicBezTo>
                  <a:cubicBezTo>
                    <a:pt x="0" y="464"/>
                    <a:pt x="24" y="875"/>
                    <a:pt x="484" y="1128"/>
                  </a:cubicBezTo>
                  <a:cubicBezTo>
                    <a:pt x="725" y="1243"/>
                    <a:pt x="986" y="1301"/>
                    <a:pt x="1247" y="1301"/>
                  </a:cubicBezTo>
                  <a:cubicBezTo>
                    <a:pt x="1533" y="1301"/>
                    <a:pt x="1819" y="1231"/>
                    <a:pt x="2079" y="1092"/>
                  </a:cubicBezTo>
                  <a:cubicBezTo>
                    <a:pt x="2502" y="826"/>
                    <a:pt x="2466" y="415"/>
                    <a:pt x="2019" y="174"/>
                  </a:cubicBezTo>
                  <a:cubicBezTo>
                    <a:pt x="1777" y="58"/>
                    <a:pt x="1516" y="1"/>
                    <a:pt x="1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7" name="Google Shape;2212;p60">
              <a:extLst>
                <a:ext uri="{FF2B5EF4-FFF2-40B4-BE49-F238E27FC236}">
                  <a16:creationId xmlns:a16="http://schemas.microsoft.com/office/drawing/2014/main" id="{BE67CD27-F1F8-FC3B-780A-6375856331EF}"/>
                </a:ext>
              </a:extLst>
            </p:cNvPr>
            <p:cNvSpPr/>
            <p:nvPr/>
          </p:nvSpPr>
          <p:spPr>
            <a:xfrm>
              <a:off x="1475377" y="3080427"/>
              <a:ext cx="103006" cy="54625"/>
            </a:xfrm>
            <a:custGeom>
              <a:avLst/>
              <a:gdLst/>
              <a:ahLst/>
              <a:cxnLst/>
              <a:rect l="l" t="t" r="r" b="b"/>
              <a:pathLst>
                <a:path w="1633" h="866" extrusionOk="0">
                  <a:moveTo>
                    <a:pt x="400" y="1"/>
                  </a:moveTo>
                  <a:cubicBezTo>
                    <a:pt x="376" y="13"/>
                    <a:pt x="339" y="37"/>
                    <a:pt x="303" y="49"/>
                  </a:cubicBezTo>
                  <a:cubicBezTo>
                    <a:pt x="1" y="243"/>
                    <a:pt x="25" y="545"/>
                    <a:pt x="363" y="726"/>
                  </a:cubicBezTo>
                  <a:cubicBezTo>
                    <a:pt x="545" y="820"/>
                    <a:pt x="741" y="865"/>
                    <a:pt x="937" y="865"/>
                  </a:cubicBezTo>
                  <a:cubicBezTo>
                    <a:pt x="1146" y="865"/>
                    <a:pt x="1355" y="814"/>
                    <a:pt x="1548" y="714"/>
                  </a:cubicBezTo>
                  <a:cubicBezTo>
                    <a:pt x="1572" y="702"/>
                    <a:pt x="1608" y="678"/>
                    <a:pt x="1633" y="654"/>
                  </a:cubicBezTo>
                  <a:cubicBezTo>
                    <a:pt x="1475" y="509"/>
                    <a:pt x="1294" y="388"/>
                    <a:pt x="1113" y="291"/>
                  </a:cubicBezTo>
                  <a:cubicBezTo>
                    <a:pt x="883" y="170"/>
                    <a:pt x="654" y="73"/>
                    <a:pt x="400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8" name="Google Shape;2213;p60">
              <a:extLst>
                <a:ext uri="{FF2B5EF4-FFF2-40B4-BE49-F238E27FC236}">
                  <a16:creationId xmlns:a16="http://schemas.microsoft.com/office/drawing/2014/main" id="{DCD03058-CA95-DA73-270C-07BBA0B619D3}"/>
                </a:ext>
              </a:extLst>
            </p:cNvPr>
            <p:cNvSpPr/>
            <p:nvPr/>
          </p:nvSpPr>
          <p:spPr>
            <a:xfrm>
              <a:off x="1479982" y="3101053"/>
              <a:ext cx="65601" cy="33557"/>
            </a:xfrm>
            <a:custGeom>
              <a:avLst/>
              <a:gdLst/>
              <a:ahLst/>
              <a:cxnLst/>
              <a:rect l="l" t="t" r="r" b="b"/>
              <a:pathLst>
                <a:path w="1040" h="532" extrusionOk="0">
                  <a:moveTo>
                    <a:pt x="25" y="0"/>
                  </a:moveTo>
                  <a:lnTo>
                    <a:pt x="25" y="0"/>
                  </a:lnTo>
                  <a:cubicBezTo>
                    <a:pt x="0" y="145"/>
                    <a:pt x="97" y="290"/>
                    <a:pt x="290" y="399"/>
                  </a:cubicBezTo>
                  <a:cubicBezTo>
                    <a:pt x="469" y="484"/>
                    <a:pt x="663" y="532"/>
                    <a:pt x="865" y="532"/>
                  </a:cubicBezTo>
                  <a:cubicBezTo>
                    <a:pt x="923" y="532"/>
                    <a:pt x="981" y="528"/>
                    <a:pt x="1040" y="520"/>
                  </a:cubicBezTo>
                  <a:cubicBezTo>
                    <a:pt x="967" y="375"/>
                    <a:pt x="846" y="242"/>
                    <a:pt x="701" y="182"/>
                  </a:cubicBezTo>
                  <a:cubicBezTo>
                    <a:pt x="484" y="73"/>
                    <a:pt x="254" y="12"/>
                    <a:pt x="25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9" name="Google Shape;2214;p60">
              <a:extLst>
                <a:ext uri="{FF2B5EF4-FFF2-40B4-BE49-F238E27FC236}">
                  <a16:creationId xmlns:a16="http://schemas.microsoft.com/office/drawing/2014/main" id="{4239757D-CB86-5502-1291-E5D0D6A125D7}"/>
                </a:ext>
              </a:extLst>
            </p:cNvPr>
            <p:cNvSpPr/>
            <p:nvPr/>
          </p:nvSpPr>
          <p:spPr>
            <a:xfrm>
              <a:off x="1566901" y="3097962"/>
              <a:ext cx="25231" cy="16085"/>
            </a:xfrm>
            <a:custGeom>
              <a:avLst/>
              <a:gdLst/>
              <a:ahLst/>
              <a:cxnLst/>
              <a:rect l="l" t="t" r="r" b="b"/>
              <a:pathLst>
                <a:path w="400" h="255" extrusionOk="0">
                  <a:moveTo>
                    <a:pt x="12" y="1"/>
                  </a:moveTo>
                  <a:cubicBezTo>
                    <a:pt x="0" y="13"/>
                    <a:pt x="0" y="25"/>
                    <a:pt x="12" y="25"/>
                  </a:cubicBezTo>
                  <a:lnTo>
                    <a:pt x="254" y="255"/>
                  </a:lnTo>
                  <a:lnTo>
                    <a:pt x="290" y="255"/>
                  </a:lnTo>
                  <a:cubicBezTo>
                    <a:pt x="302" y="243"/>
                    <a:pt x="315" y="231"/>
                    <a:pt x="302" y="219"/>
                  </a:cubicBezTo>
                  <a:lnTo>
                    <a:pt x="121" y="61"/>
                  </a:lnTo>
                  <a:lnTo>
                    <a:pt x="339" y="110"/>
                  </a:lnTo>
                  <a:cubicBezTo>
                    <a:pt x="346" y="113"/>
                    <a:pt x="352" y="115"/>
                    <a:pt x="357" y="115"/>
                  </a:cubicBezTo>
                  <a:cubicBezTo>
                    <a:pt x="370" y="115"/>
                    <a:pt x="378" y="106"/>
                    <a:pt x="387" y="98"/>
                  </a:cubicBezTo>
                  <a:cubicBezTo>
                    <a:pt x="399" y="86"/>
                    <a:pt x="387" y="73"/>
                    <a:pt x="375" y="73"/>
                  </a:cubicBezTo>
                  <a:lnTo>
                    <a:pt x="49" y="1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0" name="Google Shape;2215;p60">
              <a:extLst>
                <a:ext uri="{FF2B5EF4-FFF2-40B4-BE49-F238E27FC236}">
                  <a16:creationId xmlns:a16="http://schemas.microsoft.com/office/drawing/2014/main" id="{2940B56C-956E-4C42-06AB-D6DBA47776F6}"/>
                </a:ext>
              </a:extLst>
            </p:cNvPr>
            <p:cNvSpPr/>
            <p:nvPr/>
          </p:nvSpPr>
          <p:spPr>
            <a:xfrm>
              <a:off x="1513539" y="3070524"/>
              <a:ext cx="29016" cy="13814"/>
            </a:xfrm>
            <a:custGeom>
              <a:avLst/>
              <a:gdLst/>
              <a:ahLst/>
              <a:cxnLst/>
              <a:rect l="l" t="t" r="r" b="b"/>
              <a:pathLst>
                <a:path w="460" h="219" extrusionOk="0">
                  <a:moveTo>
                    <a:pt x="266" y="1"/>
                  </a:moveTo>
                  <a:cubicBezTo>
                    <a:pt x="242" y="13"/>
                    <a:pt x="242" y="25"/>
                    <a:pt x="242" y="37"/>
                  </a:cubicBezTo>
                  <a:lnTo>
                    <a:pt x="351" y="158"/>
                  </a:lnTo>
                  <a:lnTo>
                    <a:pt x="61" y="61"/>
                  </a:lnTo>
                  <a:cubicBezTo>
                    <a:pt x="36" y="61"/>
                    <a:pt x="24" y="61"/>
                    <a:pt x="12" y="73"/>
                  </a:cubicBezTo>
                  <a:cubicBezTo>
                    <a:pt x="0" y="73"/>
                    <a:pt x="0" y="98"/>
                    <a:pt x="12" y="98"/>
                  </a:cubicBezTo>
                  <a:lnTo>
                    <a:pt x="24" y="98"/>
                  </a:lnTo>
                  <a:lnTo>
                    <a:pt x="411" y="218"/>
                  </a:lnTo>
                  <a:lnTo>
                    <a:pt x="459" y="218"/>
                  </a:lnTo>
                  <a:cubicBezTo>
                    <a:pt x="459" y="206"/>
                    <a:pt x="459" y="206"/>
                    <a:pt x="459" y="194"/>
                  </a:cubicBezTo>
                  <a:lnTo>
                    <a:pt x="314" y="13"/>
                  </a:lnTo>
                  <a:cubicBezTo>
                    <a:pt x="302" y="1"/>
                    <a:pt x="278" y="1"/>
                    <a:pt x="266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1" name="Google Shape;2216;p60">
              <a:extLst>
                <a:ext uri="{FF2B5EF4-FFF2-40B4-BE49-F238E27FC236}">
                  <a16:creationId xmlns:a16="http://schemas.microsoft.com/office/drawing/2014/main" id="{A9C47846-DA41-64D7-EABE-2B83B800E6F2}"/>
                </a:ext>
              </a:extLst>
            </p:cNvPr>
            <p:cNvSpPr/>
            <p:nvPr/>
          </p:nvSpPr>
          <p:spPr>
            <a:xfrm>
              <a:off x="1929782" y="2882239"/>
              <a:ext cx="151764" cy="79351"/>
            </a:xfrm>
            <a:custGeom>
              <a:avLst/>
              <a:gdLst/>
              <a:ahLst/>
              <a:cxnLst/>
              <a:rect l="l" t="t" r="r" b="b"/>
              <a:pathLst>
                <a:path w="2406" h="1258" extrusionOk="0">
                  <a:moveTo>
                    <a:pt x="1197" y="0"/>
                  </a:moveTo>
                  <a:cubicBezTo>
                    <a:pt x="931" y="0"/>
                    <a:pt x="665" y="61"/>
                    <a:pt x="424" y="182"/>
                  </a:cubicBezTo>
                  <a:cubicBezTo>
                    <a:pt x="1" y="423"/>
                    <a:pt x="1" y="834"/>
                    <a:pt x="424" y="1076"/>
                  </a:cubicBezTo>
                  <a:cubicBezTo>
                    <a:pt x="665" y="1197"/>
                    <a:pt x="931" y="1257"/>
                    <a:pt x="1197" y="1257"/>
                  </a:cubicBezTo>
                  <a:cubicBezTo>
                    <a:pt x="1463" y="1257"/>
                    <a:pt x="1729" y="1197"/>
                    <a:pt x="1971" y="1076"/>
                  </a:cubicBezTo>
                  <a:cubicBezTo>
                    <a:pt x="2406" y="834"/>
                    <a:pt x="2394" y="435"/>
                    <a:pt x="1971" y="182"/>
                  </a:cubicBezTo>
                  <a:cubicBezTo>
                    <a:pt x="1729" y="61"/>
                    <a:pt x="1463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2" name="Google Shape;2217;p60">
              <a:extLst>
                <a:ext uri="{FF2B5EF4-FFF2-40B4-BE49-F238E27FC236}">
                  <a16:creationId xmlns:a16="http://schemas.microsoft.com/office/drawing/2014/main" id="{FAE70322-04F9-EAA5-8985-FBE557DCF699}"/>
                </a:ext>
              </a:extLst>
            </p:cNvPr>
            <p:cNvSpPr/>
            <p:nvPr/>
          </p:nvSpPr>
          <p:spPr>
            <a:xfrm>
              <a:off x="1971728" y="2894980"/>
              <a:ext cx="88876" cy="46299"/>
            </a:xfrm>
            <a:custGeom>
              <a:avLst/>
              <a:gdLst/>
              <a:ahLst/>
              <a:cxnLst/>
              <a:rect l="l" t="t" r="r" b="b"/>
              <a:pathLst>
                <a:path w="1409" h="734" extrusionOk="0">
                  <a:moveTo>
                    <a:pt x="429" y="0"/>
                  </a:moveTo>
                  <a:cubicBezTo>
                    <a:pt x="203" y="0"/>
                    <a:pt x="0" y="146"/>
                    <a:pt x="0" y="342"/>
                  </a:cubicBezTo>
                  <a:cubicBezTo>
                    <a:pt x="0" y="463"/>
                    <a:pt x="25" y="584"/>
                    <a:pt x="85" y="693"/>
                  </a:cubicBezTo>
                  <a:cubicBezTo>
                    <a:pt x="230" y="720"/>
                    <a:pt x="382" y="734"/>
                    <a:pt x="535" y="734"/>
                  </a:cubicBezTo>
                  <a:cubicBezTo>
                    <a:pt x="587" y="734"/>
                    <a:pt x="638" y="732"/>
                    <a:pt x="689" y="729"/>
                  </a:cubicBezTo>
                  <a:cubicBezTo>
                    <a:pt x="702" y="729"/>
                    <a:pt x="714" y="730"/>
                    <a:pt x="727" y="730"/>
                  </a:cubicBezTo>
                  <a:cubicBezTo>
                    <a:pt x="1152" y="730"/>
                    <a:pt x="1409" y="531"/>
                    <a:pt x="1209" y="379"/>
                  </a:cubicBezTo>
                  <a:cubicBezTo>
                    <a:pt x="1108" y="320"/>
                    <a:pt x="1002" y="284"/>
                    <a:pt x="894" y="284"/>
                  </a:cubicBezTo>
                  <a:cubicBezTo>
                    <a:pt x="846" y="284"/>
                    <a:pt x="798" y="291"/>
                    <a:pt x="750" y="306"/>
                  </a:cubicBezTo>
                  <a:cubicBezTo>
                    <a:pt x="774" y="246"/>
                    <a:pt x="822" y="125"/>
                    <a:pt x="629" y="40"/>
                  </a:cubicBezTo>
                  <a:cubicBezTo>
                    <a:pt x="563" y="13"/>
                    <a:pt x="495" y="0"/>
                    <a:pt x="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3" name="Google Shape;2218;p60">
              <a:extLst>
                <a:ext uri="{FF2B5EF4-FFF2-40B4-BE49-F238E27FC236}">
                  <a16:creationId xmlns:a16="http://schemas.microsoft.com/office/drawing/2014/main" id="{C35092B0-1A25-BCAA-E695-62CAD2D14150}"/>
                </a:ext>
              </a:extLst>
            </p:cNvPr>
            <p:cNvSpPr/>
            <p:nvPr/>
          </p:nvSpPr>
          <p:spPr>
            <a:xfrm>
              <a:off x="1675141" y="2480501"/>
              <a:ext cx="185322" cy="97266"/>
            </a:xfrm>
            <a:custGeom>
              <a:avLst/>
              <a:gdLst/>
              <a:ahLst/>
              <a:cxnLst/>
              <a:rect l="l" t="t" r="r" b="b"/>
              <a:pathLst>
                <a:path w="2938" h="1542" extrusionOk="0">
                  <a:moveTo>
                    <a:pt x="1345" y="1"/>
                  </a:moveTo>
                  <a:cubicBezTo>
                    <a:pt x="1100" y="1"/>
                    <a:pt x="853" y="45"/>
                    <a:pt x="617" y="133"/>
                  </a:cubicBezTo>
                  <a:cubicBezTo>
                    <a:pt x="61" y="374"/>
                    <a:pt x="1" y="846"/>
                    <a:pt x="472" y="1196"/>
                  </a:cubicBezTo>
                  <a:cubicBezTo>
                    <a:pt x="813" y="1423"/>
                    <a:pt x="1211" y="1541"/>
                    <a:pt x="1612" y="1541"/>
                  </a:cubicBezTo>
                  <a:cubicBezTo>
                    <a:pt x="1851" y="1541"/>
                    <a:pt x="2091" y="1500"/>
                    <a:pt x="2321" y="1414"/>
                  </a:cubicBezTo>
                  <a:cubicBezTo>
                    <a:pt x="2877" y="1172"/>
                    <a:pt x="2938" y="701"/>
                    <a:pt x="2466" y="338"/>
                  </a:cubicBezTo>
                  <a:cubicBezTo>
                    <a:pt x="2131" y="114"/>
                    <a:pt x="1740" y="1"/>
                    <a:pt x="13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4" name="Google Shape;2219;p60">
              <a:extLst>
                <a:ext uri="{FF2B5EF4-FFF2-40B4-BE49-F238E27FC236}">
                  <a16:creationId xmlns:a16="http://schemas.microsoft.com/office/drawing/2014/main" id="{B50423C4-E132-AB94-807A-4C6946747AEA}"/>
                </a:ext>
              </a:extLst>
            </p:cNvPr>
            <p:cNvSpPr/>
            <p:nvPr/>
          </p:nvSpPr>
          <p:spPr>
            <a:xfrm>
              <a:off x="1726990" y="2495766"/>
              <a:ext cx="104330" cy="58662"/>
            </a:xfrm>
            <a:custGeom>
              <a:avLst/>
              <a:gdLst/>
              <a:ahLst/>
              <a:cxnLst/>
              <a:rect l="l" t="t" r="r" b="b"/>
              <a:pathLst>
                <a:path w="1654" h="930" extrusionOk="0">
                  <a:moveTo>
                    <a:pt x="523" y="0"/>
                  </a:moveTo>
                  <a:cubicBezTo>
                    <a:pt x="277" y="0"/>
                    <a:pt x="50" y="135"/>
                    <a:pt x="25" y="350"/>
                  </a:cubicBezTo>
                  <a:cubicBezTo>
                    <a:pt x="0" y="495"/>
                    <a:pt x="13" y="640"/>
                    <a:pt x="73" y="773"/>
                  </a:cubicBezTo>
                  <a:cubicBezTo>
                    <a:pt x="303" y="845"/>
                    <a:pt x="532" y="894"/>
                    <a:pt x="774" y="918"/>
                  </a:cubicBezTo>
                  <a:cubicBezTo>
                    <a:pt x="841" y="926"/>
                    <a:pt x="905" y="929"/>
                    <a:pt x="966" y="929"/>
                  </a:cubicBezTo>
                  <a:cubicBezTo>
                    <a:pt x="1391" y="929"/>
                    <a:pt x="1653" y="756"/>
                    <a:pt x="1463" y="555"/>
                  </a:cubicBezTo>
                  <a:cubicBezTo>
                    <a:pt x="1306" y="410"/>
                    <a:pt x="1040" y="410"/>
                    <a:pt x="931" y="410"/>
                  </a:cubicBezTo>
                  <a:cubicBezTo>
                    <a:pt x="967" y="350"/>
                    <a:pt x="1040" y="193"/>
                    <a:pt x="822" y="72"/>
                  </a:cubicBezTo>
                  <a:cubicBezTo>
                    <a:pt x="728" y="23"/>
                    <a:pt x="624" y="0"/>
                    <a:pt x="5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5" name="Google Shape;2220;p60">
              <a:extLst>
                <a:ext uri="{FF2B5EF4-FFF2-40B4-BE49-F238E27FC236}">
                  <a16:creationId xmlns:a16="http://schemas.microsoft.com/office/drawing/2014/main" id="{7075958A-8D81-BB80-90C2-9DBCF7B95556}"/>
                </a:ext>
              </a:extLst>
            </p:cNvPr>
            <p:cNvSpPr/>
            <p:nvPr/>
          </p:nvSpPr>
          <p:spPr>
            <a:xfrm>
              <a:off x="2221007" y="3192515"/>
              <a:ext cx="151008" cy="79919"/>
            </a:xfrm>
            <a:custGeom>
              <a:avLst/>
              <a:gdLst/>
              <a:ahLst/>
              <a:cxnLst/>
              <a:rect l="l" t="t" r="r" b="b"/>
              <a:pathLst>
                <a:path w="2394" h="1267" extrusionOk="0">
                  <a:moveTo>
                    <a:pt x="1197" y="1"/>
                  </a:moveTo>
                  <a:cubicBezTo>
                    <a:pt x="931" y="1"/>
                    <a:pt x="666" y="61"/>
                    <a:pt x="424" y="182"/>
                  </a:cubicBezTo>
                  <a:cubicBezTo>
                    <a:pt x="1" y="436"/>
                    <a:pt x="1" y="835"/>
                    <a:pt x="424" y="1076"/>
                  </a:cubicBezTo>
                  <a:cubicBezTo>
                    <a:pt x="666" y="1203"/>
                    <a:pt x="931" y="1267"/>
                    <a:pt x="1197" y="1267"/>
                  </a:cubicBezTo>
                  <a:cubicBezTo>
                    <a:pt x="1463" y="1267"/>
                    <a:pt x="1729" y="1203"/>
                    <a:pt x="1971" y="1076"/>
                  </a:cubicBezTo>
                  <a:cubicBezTo>
                    <a:pt x="2394" y="835"/>
                    <a:pt x="2394" y="436"/>
                    <a:pt x="1971" y="182"/>
                  </a:cubicBezTo>
                  <a:cubicBezTo>
                    <a:pt x="1729" y="61"/>
                    <a:pt x="1463" y="1"/>
                    <a:pt x="1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6" name="Google Shape;2221;p60">
              <a:extLst>
                <a:ext uri="{FF2B5EF4-FFF2-40B4-BE49-F238E27FC236}">
                  <a16:creationId xmlns:a16="http://schemas.microsoft.com/office/drawing/2014/main" id="{B27338E5-4CD9-48D3-3F38-807C17D15C01}"/>
                </a:ext>
              </a:extLst>
            </p:cNvPr>
            <p:cNvSpPr/>
            <p:nvPr/>
          </p:nvSpPr>
          <p:spPr>
            <a:xfrm>
              <a:off x="2262196" y="3205571"/>
              <a:ext cx="89255" cy="46488"/>
            </a:xfrm>
            <a:custGeom>
              <a:avLst/>
              <a:gdLst/>
              <a:ahLst/>
              <a:cxnLst/>
              <a:rect l="l" t="t" r="r" b="b"/>
              <a:pathLst>
                <a:path w="1415" h="737" extrusionOk="0">
                  <a:moveTo>
                    <a:pt x="440" y="0"/>
                  </a:moveTo>
                  <a:cubicBezTo>
                    <a:pt x="214" y="0"/>
                    <a:pt x="3" y="140"/>
                    <a:pt x="13" y="338"/>
                  </a:cubicBezTo>
                  <a:cubicBezTo>
                    <a:pt x="0" y="458"/>
                    <a:pt x="25" y="579"/>
                    <a:pt x="97" y="688"/>
                  </a:cubicBezTo>
                  <a:cubicBezTo>
                    <a:pt x="291" y="724"/>
                    <a:pt x="496" y="736"/>
                    <a:pt x="701" y="736"/>
                  </a:cubicBezTo>
                  <a:cubicBezTo>
                    <a:pt x="1137" y="736"/>
                    <a:pt x="1415" y="531"/>
                    <a:pt x="1209" y="374"/>
                  </a:cubicBezTo>
                  <a:cubicBezTo>
                    <a:pt x="1116" y="315"/>
                    <a:pt x="1005" y="285"/>
                    <a:pt x="897" y="285"/>
                  </a:cubicBezTo>
                  <a:cubicBezTo>
                    <a:pt x="851" y="285"/>
                    <a:pt x="805" y="290"/>
                    <a:pt x="762" y="301"/>
                  </a:cubicBezTo>
                  <a:cubicBezTo>
                    <a:pt x="786" y="253"/>
                    <a:pt x="834" y="120"/>
                    <a:pt x="629" y="35"/>
                  </a:cubicBezTo>
                  <a:cubicBezTo>
                    <a:pt x="568" y="12"/>
                    <a:pt x="503" y="0"/>
                    <a:pt x="4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7" name="Google Shape;2222;p60">
              <a:extLst>
                <a:ext uri="{FF2B5EF4-FFF2-40B4-BE49-F238E27FC236}">
                  <a16:creationId xmlns:a16="http://schemas.microsoft.com/office/drawing/2014/main" id="{CA19B2C4-1A7A-56C5-9ED9-F31019065AB4}"/>
                </a:ext>
              </a:extLst>
            </p:cNvPr>
            <p:cNvSpPr/>
            <p:nvPr/>
          </p:nvSpPr>
          <p:spPr>
            <a:xfrm>
              <a:off x="1818451" y="3049393"/>
              <a:ext cx="151828" cy="79919"/>
            </a:xfrm>
            <a:custGeom>
              <a:avLst/>
              <a:gdLst/>
              <a:ahLst/>
              <a:cxnLst/>
              <a:rect l="l" t="t" r="r" b="b"/>
              <a:pathLst>
                <a:path w="2407" h="1267" extrusionOk="0">
                  <a:moveTo>
                    <a:pt x="1202" y="0"/>
                  </a:moveTo>
                  <a:cubicBezTo>
                    <a:pt x="938" y="0"/>
                    <a:pt x="672" y="64"/>
                    <a:pt x="424" y="191"/>
                  </a:cubicBezTo>
                  <a:cubicBezTo>
                    <a:pt x="1" y="433"/>
                    <a:pt x="1" y="831"/>
                    <a:pt x="424" y="1085"/>
                  </a:cubicBezTo>
                  <a:cubicBezTo>
                    <a:pt x="672" y="1206"/>
                    <a:pt x="938" y="1267"/>
                    <a:pt x="1202" y="1267"/>
                  </a:cubicBezTo>
                  <a:cubicBezTo>
                    <a:pt x="1466" y="1267"/>
                    <a:pt x="1729" y="1206"/>
                    <a:pt x="1971" y="1085"/>
                  </a:cubicBezTo>
                  <a:cubicBezTo>
                    <a:pt x="2406" y="831"/>
                    <a:pt x="2394" y="433"/>
                    <a:pt x="1971" y="191"/>
                  </a:cubicBezTo>
                  <a:cubicBezTo>
                    <a:pt x="1729" y="64"/>
                    <a:pt x="1466" y="0"/>
                    <a:pt x="1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8" name="Google Shape;2223;p60">
              <a:extLst>
                <a:ext uri="{FF2B5EF4-FFF2-40B4-BE49-F238E27FC236}">
                  <a16:creationId xmlns:a16="http://schemas.microsoft.com/office/drawing/2014/main" id="{F645509F-8165-4C1E-7911-14AB299F45B0}"/>
                </a:ext>
              </a:extLst>
            </p:cNvPr>
            <p:cNvSpPr/>
            <p:nvPr/>
          </p:nvSpPr>
          <p:spPr>
            <a:xfrm>
              <a:off x="1860397" y="3062576"/>
              <a:ext cx="88182" cy="46362"/>
            </a:xfrm>
            <a:custGeom>
              <a:avLst/>
              <a:gdLst/>
              <a:ahLst/>
              <a:cxnLst/>
              <a:rect l="l" t="t" r="r" b="b"/>
              <a:pathLst>
                <a:path w="1398" h="735" extrusionOk="0">
                  <a:moveTo>
                    <a:pt x="423" y="1"/>
                  </a:moveTo>
                  <a:cubicBezTo>
                    <a:pt x="199" y="1"/>
                    <a:pt x="1" y="141"/>
                    <a:pt x="1" y="344"/>
                  </a:cubicBezTo>
                  <a:cubicBezTo>
                    <a:pt x="1" y="465"/>
                    <a:pt x="25" y="586"/>
                    <a:pt x="85" y="683"/>
                  </a:cubicBezTo>
                  <a:cubicBezTo>
                    <a:pt x="254" y="713"/>
                    <a:pt x="415" y="734"/>
                    <a:pt x="581" y="734"/>
                  </a:cubicBezTo>
                  <a:cubicBezTo>
                    <a:pt x="617" y="734"/>
                    <a:pt x="653" y="733"/>
                    <a:pt x="690" y="731"/>
                  </a:cubicBezTo>
                  <a:cubicBezTo>
                    <a:pt x="702" y="732"/>
                    <a:pt x="715" y="732"/>
                    <a:pt x="727" y="732"/>
                  </a:cubicBezTo>
                  <a:cubicBezTo>
                    <a:pt x="1152" y="732"/>
                    <a:pt x="1397" y="533"/>
                    <a:pt x="1209" y="369"/>
                  </a:cubicBezTo>
                  <a:cubicBezTo>
                    <a:pt x="1108" y="309"/>
                    <a:pt x="1000" y="280"/>
                    <a:pt x="891" y="280"/>
                  </a:cubicBezTo>
                  <a:cubicBezTo>
                    <a:pt x="844" y="280"/>
                    <a:pt x="797" y="285"/>
                    <a:pt x="750" y="296"/>
                  </a:cubicBezTo>
                  <a:cubicBezTo>
                    <a:pt x="774" y="248"/>
                    <a:pt x="823" y="115"/>
                    <a:pt x="629" y="42"/>
                  </a:cubicBezTo>
                  <a:cubicBezTo>
                    <a:pt x="561" y="14"/>
                    <a:pt x="491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9" name="Google Shape;2224;p60">
              <a:extLst>
                <a:ext uri="{FF2B5EF4-FFF2-40B4-BE49-F238E27FC236}">
                  <a16:creationId xmlns:a16="http://schemas.microsoft.com/office/drawing/2014/main" id="{116659CA-571E-9EFD-FB71-2BA99CEEF3D0}"/>
                </a:ext>
              </a:extLst>
            </p:cNvPr>
            <p:cNvSpPr/>
            <p:nvPr/>
          </p:nvSpPr>
          <p:spPr>
            <a:xfrm>
              <a:off x="1936657" y="3322327"/>
              <a:ext cx="151008" cy="79919"/>
            </a:xfrm>
            <a:custGeom>
              <a:avLst/>
              <a:gdLst/>
              <a:ahLst/>
              <a:cxnLst/>
              <a:rect l="l" t="t" r="r" b="b"/>
              <a:pathLst>
                <a:path w="2394" h="1267" extrusionOk="0">
                  <a:moveTo>
                    <a:pt x="1197" y="1"/>
                  </a:moveTo>
                  <a:cubicBezTo>
                    <a:pt x="931" y="1"/>
                    <a:pt x="665" y="64"/>
                    <a:pt x="423" y="191"/>
                  </a:cubicBezTo>
                  <a:cubicBezTo>
                    <a:pt x="0" y="433"/>
                    <a:pt x="0" y="831"/>
                    <a:pt x="423" y="1085"/>
                  </a:cubicBezTo>
                  <a:cubicBezTo>
                    <a:pt x="665" y="1206"/>
                    <a:pt x="931" y="1267"/>
                    <a:pt x="1197" y="1267"/>
                  </a:cubicBezTo>
                  <a:cubicBezTo>
                    <a:pt x="1463" y="1267"/>
                    <a:pt x="1729" y="1206"/>
                    <a:pt x="1971" y="1085"/>
                  </a:cubicBezTo>
                  <a:cubicBezTo>
                    <a:pt x="2394" y="831"/>
                    <a:pt x="2394" y="433"/>
                    <a:pt x="1971" y="191"/>
                  </a:cubicBezTo>
                  <a:cubicBezTo>
                    <a:pt x="1729" y="64"/>
                    <a:pt x="1463" y="1"/>
                    <a:pt x="1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0" name="Google Shape;2225;p60">
              <a:extLst>
                <a:ext uri="{FF2B5EF4-FFF2-40B4-BE49-F238E27FC236}">
                  <a16:creationId xmlns:a16="http://schemas.microsoft.com/office/drawing/2014/main" id="{BF6AE85D-F2F5-8703-BA38-35AE6DB44257}"/>
                </a:ext>
              </a:extLst>
            </p:cNvPr>
            <p:cNvSpPr/>
            <p:nvPr/>
          </p:nvSpPr>
          <p:spPr>
            <a:xfrm>
              <a:off x="1977846" y="3335510"/>
              <a:ext cx="89255" cy="46425"/>
            </a:xfrm>
            <a:custGeom>
              <a:avLst/>
              <a:gdLst/>
              <a:ahLst/>
              <a:cxnLst/>
              <a:rect l="l" t="t" r="r" b="b"/>
              <a:pathLst>
                <a:path w="1415" h="736" extrusionOk="0">
                  <a:moveTo>
                    <a:pt x="427" y="1"/>
                  </a:moveTo>
                  <a:cubicBezTo>
                    <a:pt x="206" y="1"/>
                    <a:pt x="3" y="141"/>
                    <a:pt x="12" y="344"/>
                  </a:cubicBezTo>
                  <a:cubicBezTo>
                    <a:pt x="0" y="465"/>
                    <a:pt x="24" y="586"/>
                    <a:pt x="97" y="695"/>
                  </a:cubicBezTo>
                  <a:cubicBezTo>
                    <a:pt x="242" y="722"/>
                    <a:pt x="394" y="736"/>
                    <a:pt x="547" y="736"/>
                  </a:cubicBezTo>
                  <a:cubicBezTo>
                    <a:pt x="598" y="736"/>
                    <a:pt x="650" y="734"/>
                    <a:pt x="701" y="731"/>
                  </a:cubicBezTo>
                  <a:cubicBezTo>
                    <a:pt x="1136" y="731"/>
                    <a:pt x="1414" y="538"/>
                    <a:pt x="1209" y="369"/>
                  </a:cubicBezTo>
                  <a:cubicBezTo>
                    <a:pt x="1116" y="309"/>
                    <a:pt x="1005" y="280"/>
                    <a:pt x="897" y="280"/>
                  </a:cubicBezTo>
                  <a:cubicBezTo>
                    <a:pt x="851" y="280"/>
                    <a:pt x="805" y="285"/>
                    <a:pt x="762" y="296"/>
                  </a:cubicBezTo>
                  <a:cubicBezTo>
                    <a:pt x="786" y="248"/>
                    <a:pt x="834" y="115"/>
                    <a:pt x="629" y="42"/>
                  </a:cubicBezTo>
                  <a:cubicBezTo>
                    <a:pt x="564" y="14"/>
                    <a:pt x="494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1" name="Google Shape;2226;p60">
              <a:extLst>
                <a:ext uri="{FF2B5EF4-FFF2-40B4-BE49-F238E27FC236}">
                  <a16:creationId xmlns:a16="http://schemas.microsoft.com/office/drawing/2014/main" id="{0BB0495E-BE87-136A-5876-CC70436504E0}"/>
                </a:ext>
              </a:extLst>
            </p:cNvPr>
            <p:cNvSpPr/>
            <p:nvPr/>
          </p:nvSpPr>
          <p:spPr>
            <a:xfrm>
              <a:off x="2294996" y="3538681"/>
              <a:ext cx="151764" cy="79919"/>
            </a:xfrm>
            <a:custGeom>
              <a:avLst/>
              <a:gdLst/>
              <a:ahLst/>
              <a:cxnLst/>
              <a:rect l="l" t="t" r="r" b="b"/>
              <a:pathLst>
                <a:path w="2406" h="1267" extrusionOk="0">
                  <a:moveTo>
                    <a:pt x="1204" y="0"/>
                  </a:moveTo>
                  <a:cubicBezTo>
                    <a:pt x="940" y="0"/>
                    <a:pt x="677" y="61"/>
                    <a:pt x="435" y="181"/>
                  </a:cubicBezTo>
                  <a:cubicBezTo>
                    <a:pt x="0" y="435"/>
                    <a:pt x="0" y="834"/>
                    <a:pt x="435" y="1076"/>
                  </a:cubicBezTo>
                  <a:cubicBezTo>
                    <a:pt x="677" y="1203"/>
                    <a:pt x="940" y="1266"/>
                    <a:pt x="1204" y="1266"/>
                  </a:cubicBezTo>
                  <a:cubicBezTo>
                    <a:pt x="1469" y="1266"/>
                    <a:pt x="1735" y="1203"/>
                    <a:pt x="1982" y="1076"/>
                  </a:cubicBezTo>
                  <a:cubicBezTo>
                    <a:pt x="2405" y="834"/>
                    <a:pt x="2405" y="435"/>
                    <a:pt x="1982" y="181"/>
                  </a:cubicBezTo>
                  <a:cubicBezTo>
                    <a:pt x="1735" y="61"/>
                    <a:pt x="1469" y="0"/>
                    <a:pt x="1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2" name="Google Shape;2227;p60">
              <a:extLst>
                <a:ext uri="{FF2B5EF4-FFF2-40B4-BE49-F238E27FC236}">
                  <a16:creationId xmlns:a16="http://schemas.microsoft.com/office/drawing/2014/main" id="{862203B2-B985-8ED5-CB2B-C609C9FF0AF1}"/>
                </a:ext>
              </a:extLst>
            </p:cNvPr>
            <p:cNvSpPr/>
            <p:nvPr/>
          </p:nvSpPr>
          <p:spPr>
            <a:xfrm>
              <a:off x="2336879" y="3551675"/>
              <a:ext cx="89318" cy="46488"/>
            </a:xfrm>
            <a:custGeom>
              <a:avLst/>
              <a:gdLst/>
              <a:ahLst/>
              <a:cxnLst/>
              <a:rect l="l" t="t" r="r" b="b"/>
              <a:pathLst>
                <a:path w="1416" h="737" extrusionOk="0">
                  <a:moveTo>
                    <a:pt x="435" y="1"/>
                  </a:moveTo>
                  <a:cubicBezTo>
                    <a:pt x="207" y="1"/>
                    <a:pt x="1" y="140"/>
                    <a:pt x="1" y="338"/>
                  </a:cubicBezTo>
                  <a:cubicBezTo>
                    <a:pt x="1" y="459"/>
                    <a:pt x="25" y="580"/>
                    <a:pt x="86" y="689"/>
                  </a:cubicBezTo>
                  <a:cubicBezTo>
                    <a:pt x="291" y="725"/>
                    <a:pt x="484" y="737"/>
                    <a:pt x="690" y="737"/>
                  </a:cubicBezTo>
                  <a:cubicBezTo>
                    <a:pt x="1137" y="737"/>
                    <a:pt x="1415" y="544"/>
                    <a:pt x="1210" y="374"/>
                  </a:cubicBezTo>
                  <a:cubicBezTo>
                    <a:pt x="1117" y="315"/>
                    <a:pt x="1006" y="285"/>
                    <a:pt x="894" y="285"/>
                  </a:cubicBezTo>
                  <a:cubicBezTo>
                    <a:pt x="846" y="285"/>
                    <a:pt x="797" y="291"/>
                    <a:pt x="750" y="302"/>
                  </a:cubicBezTo>
                  <a:cubicBezTo>
                    <a:pt x="787" y="253"/>
                    <a:pt x="823" y="121"/>
                    <a:pt x="629" y="36"/>
                  </a:cubicBezTo>
                  <a:cubicBezTo>
                    <a:pt x="566" y="12"/>
                    <a:pt x="500" y="1"/>
                    <a:pt x="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3" name="Google Shape;2228;p60">
              <a:extLst>
                <a:ext uri="{FF2B5EF4-FFF2-40B4-BE49-F238E27FC236}">
                  <a16:creationId xmlns:a16="http://schemas.microsoft.com/office/drawing/2014/main" id="{12D1EB04-AF3F-E265-AA01-F4CCC13FCDE6}"/>
                </a:ext>
              </a:extLst>
            </p:cNvPr>
            <p:cNvSpPr/>
            <p:nvPr/>
          </p:nvSpPr>
          <p:spPr>
            <a:xfrm>
              <a:off x="2104378" y="3465449"/>
              <a:ext cx="141861" cy="81685"/>
            </a:xfrm>
            <a:custGeom>
              <a:avLst/>
              <a:gdLst/>
              <a:ahLst/>
              <a:cxnLst/>
              <a:rect l="l" t="t" r="r" b="b"/>
              <a:pathLst>
                <a:path w="2249" h="1295" extrusionOk="0">
                  <a:moveTo>
                    <a:pt x="1125" y="1"/>
                  </a:moveTo>
                  <a:cubicBezTo>
                    <a:pt x="508" y="1"/>
                    <a:pt x="0" y="291"/>
                    <a:pt x="0" y="641"/>
                  </a:cubicBezTo>
                  <a:cubicBezTo>
                    <a:pt x="0" y="1004"/>
                    <a:pt x="508" y="1294"/>
                    <a:pt x="1125" y="1294"/>
                  </a:cubicBezTo>
                  <a:cubicBezTo>
                    <a:pt x="1741" y="1294"/>
                    <a:pt x="2249" y="1004"/>
                    <a:pt x="2249" y="641"/>
                  </a:cubicBezTo>
                  <a:cubicBezTo>
                    <a:pt x="2249" y="291"/>
                    <a:pt x="1741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4" name="Google Shape;2229;p60">
              <a:extLst>
                <a:ext uri="{FF2B5EF4-FFF2-40B4-BE49-F238E27FC236}">
                  <a16:creationId xmlns:a16="http://schemas.microsoft.com/office/drawing/2014/main" id="{B342A12A-6E48-D549-9AD6-E10473907CFA}"/>
                </a:ext>
              </a:extLst>
            </p:cNvPr>
            <p:cNvSpPr/>
            <p:nvPr/>
          </p:nvSpPr>
          <p:spPr>
            <a:xfrm>
              <a:off x="2128032" y="3488157"/>
              <a:ext cx="40433" cy="21005"/>
            </a:xfrm>
            <a:custGeom>
              <a:avLst/>
              <a:gdLst/>
              <a:ahLst/>
              <a:cxnLst/>
              <a:rect l="l" t="t" r="r" b="b"/>
              <a:pathLst>
                <a:path w="641" h="333" extrusionOk="0">
                  <a:moveTo>
                    <a:pt x="466" y="0"/>
                  </a:moveTo>
                  <a:cubicBezTo>
                    <a:pt x="426" y="0"/>
                    <a:pt x="387" y="9"/>
                    <a:pt x="351" y="28"/>
                  </a:cubicBezTo>
                  <a:lnTo>
                    <a:pt x="73" y="173"/>
                  </a:lnTo>
                  <a:cubicBezTo>
                    <a:pt x="12" y="197"/>
                    <a:pt x="0" y="257"/>
                    <a:pt x="61" y="306"/>
                  </a:cubicBezTo>
                  <a:cubicBezTo>
                    <a:pt x="97" y="324"/>
                    <a:pt x="136" y="333"/>
                    <a:pt x="175" y="333"/>
                  </a:cubicBezTo>
                  <a:cubicBezTo>
                    <a:pt x="215" y="333"/>
                    <a:pt x="254" y="324"/>
                    <a:pt x="290" y="306"/>
                  </a:cubicBezTo>
                  <a:lnTo>
                    <a:pt x="568" y="161"/>
                  </a:lnTo>
                  <a:cubicBezTo>
                    <a:pt x="641" y="136"/>
                    <a:pt x="641" y="76"/>
                    <a:pt x="580" y="28"/>
                  </a:cubicBezTo>
                  <a:cubicBezTo>
                    <a:pt x="544" y="9"/>
                    <a:pt x="505" y="0"/>
                    <a:pt x="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5" name="Google Shape;2230;p60">
              <a:extLst>
                <a:ext uri="{FF2B5EF4-FFF2-40B4-BE49-F238E27FC236}">
                  <a16:creationId xmlns:a16="http://schemas.microsoft.com/office/drawing/2014/main" id="{48945E34-921D-A2C6-A7D8-03D40BE89CC6}"/>
                </a:ext>
              </a:extLst>
            </p:cNvPr>
            <p:cNvSpPr/>
            <p:nvPr/>
          </p:nvSpPr>
          <p:spPr>
            <a:xfrm>
              <a:off x="2147838" y="3491310"/>
              <a:ext cx="70205" cy="37910"/>
            </a:xfrm>
            <a:custGeom>
              <a:avLst/>
              <a:gdLst/>
              <a:ahLst/>
              <a:cxnLst/>
              <a:rect l="l" t="t" r="r" b="b"/>
              <a:pathLst>
                <a:path w="1113" h="601" extrusionOk="0">
                  <a:moveTo>
                    <a:pt x="1005" y="1"/>
                  </a:moveTo>
                  <a:cubicBezTo>
                    <a:pt x="973" y="1"/>
                    <a:pt x="941" y="11"/>
                    <a:pt x="919" y="26"/>
                  </a:cubicBezTo>
                  <a:cubicBezTo>
                    <a:pt x="907" y="38"/>
                    <a:pt x="895" y="50"/>
                    <a:pt x="895" y="62"/>
                  </a:cubicBezTo>
                  <a:lnTo>
                    <a:pt x="786" y="62"/>
                  </a:lnTo>
                  <a:cubicBezTo>
                    <a:pt x="689" y="62"/>
                    <a:pt x="556" y="74"/>
                    <a:pt x="508" y="86"/>
                  </a:cubicBezTo>
                  <a:cubicBezTo>
                    <a:pt x="472" y="86"/>
                    <a:pt x="436" y="98"/>
                    <a:pt x="399" y="111"/>
                  </a:cubicBezTo>
                  <a:lnTo>
                    <a:pt x="375" y="123"/>
                  </a:lnTo>
                  <a:lnTo>
                    <a:pt x="37" y="292"/>
                  </a:lnTo>
                  <a:cubicBezTo>
                    <a:pt x="0" y="304"/>
                    <a:pt x="0" y="328"/>
                    <a:pt x="37" y="352"/>
                  </a:cubicBezTo>
                  <a:lnTo>
                    <a:pt x="399" y="582"/>
                  </a:lnTo>
                  <a:cubicBezTo>
                    <a:pt x="417" y="594"/>
                    <a:pt x="442" y="600"/>
                    <a:pt x="466" y="600"/>
                  </a:cubicBezTo>
                  <a:cubicBezTo>
                    <a:pt x="490" y="600"/>
                    <a:pt x="514" y="594"/>
                    <a:pt x="532" y="582"/>
                  </a:cubicBezTo>
                  <a:cubicBezTo>
                    <a:pt x="544" y="570"/>
                    <a:pt x="556" y="558"/>
                    <a:pt x="569" y="546"/>
                  </a:cubicBezTo>
                  <a:cubicBezTo>
                    <a:pt x="587" y="552"/>
                    <a:pt x="605" y="555"/>
                    <a:pt x="623" y="555"/>
                  </a:cubicBezTo>
                  <a:cubicBezTo>
                    <a:pt x="641" y="555"/>
                    <a:pt x="659" y="552"/>
                    <a:pt x="677" y="546"/>
                  </a:cubicBezTo>
                  <a:cubicBezTo>
                    <a:pt x="689" y="534"/>
                    <a:pt x="701" y="522"/>
                    <a:pt x="714" y="509"/>
                  </a:cubicBezTo>
                  <a:cubicBezTo>
                    <a:pt x="724" y="513"/>
                    <a:pt x="735" y="514"/>
                    <a:pt x="745" y="514"/>
                  </a:cubicBezTo>
                  <a:cubicBezTo>
                    <a:pt x="771" y="514"/>
                    <a:pt x="797" y="506"/>
                    <a:pt x="822" y="497"/>
                  </a:cubicBezTo>
                  <a:cubicBezTo>
                    <a:pt x="847" y="485"/>
                    <a:pt x="859" y="461"/>
                    <a:pt x="847" y="437"/>
                  </a:cubicBezTo>
                  <a:lnTo>
                    <a:pt x="847" y="437"/>
                  </a:lnTo>
                  <a:cubicBezTo>
                    <a:pt x="862" y="442"/>
                    <a:pt x="877" y="445"/>
                    <a:pt x="892" y="445"/>
                  </a:cubicBezTo>
                  <a:cubicBezTo>
                    <a:pt x="915" y="445"/>
                    <a:pt x="939" y="439"/>
                    <a:pt x="967" y="425"/>
                  </a:cubicBezTo>
                  <a:cubicBezTo>
                    <a:pt x="1004" y="401"/>
                    <a:pt x="1016" y="364"/>
                    <a:pt x="967" y="340"/>
                  </a:cubicBezTo>
                  <a:lnTo>
                    <a:pt x="762" y="207"/>
                  </a:lnTo>
                  <a:cubicBezTo>
                    <a:pt x="786" y="207"/>
                    <a:pt x="895" y="195"/>
                    <a:pt x="919" y="183"/>
                  </a:cubicBezTo>
                  <a:cubicBezTo>
                    <a:pt x="955" y="183"/>
                    <a:pt x="979" y="171"/>
                    <a:pt x="1004" y="159"/>
                  </a:cubicBezTo>
                  <a:cubicBezTo>
                    <a:pt x="1028" y="147"/>
                    <a:pt x="1052" y="123"/>
                    <a:pt x="1076" y="98"/>
                  </a:cubicBezTo>
                  <a:cubicBezTo>
                    <a:pt x="1100" y="74"/>
                    <a:pt x="1112" y="38"/>
                    <a:pt x="1064" y="14"/>
                  </a:cubicBezTo>
                  <a:cubicBezTo>
                    <a:pt x="1046" y="5"/>
                    <a:pt x="1025" y="1"/>
                    <a:pt x="10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6" name="Google Shape;2231;p60">
              <a:extLst>
                <a:ext uri="{FF2B5EF4-FFF2-40B4-BE49-F238E27FC236}">
                  <a16:creationId xmlns:a16="http://schemas.microsoft.com/office/drawing/2014/main" id="{6B8D8F91-6F2E-0539-43C1-5C14A627514D}"/>
                </a:ext>
              </a:extLst>
            </p:cNvPr>
            <p:cNvSpPr/>
            <p:nvPr/>
          </p:nvSpPr>
          <p:spPr>
            <a:xfrm>
              <a:off x="1938171" y="3181855"/>
              <a:ext cx="141104" cy="81622"/>
            </a:xfrm>
            <a:custGeom>
              <a:avLst/>
              <a:gdLst/>
              <a:ahLst/>
              <a:cxnLst/>
              <a:rect l="l" t="t" r="r" b="b"/>
              <a:pathLst>
                <a:path w="2237" h="1294" extrusionOk="0">
                  <a:moveTo>
                    <a:pt x="1125" y="1"/>
                  </a:moveTo>
                  <a:cubicBezTo>
                    <a:pt x="508" y="1"/>
                    <a:pt x="1" y="291"/>
                    <a:pt x="1" y="653"/>
                  </a:cubicBezTo>
                  <a:cubicBezTo>
                    <a:pt x="1" y="1004"/>
                    <a:pt x="508" y="1294"/>
                    <a:pt x="1125" y="1294"/>
                  </a:cubicBezTo>
                  <a:cubicBezTo>
                    <a:pt x="1741" y="1294"/>
                    <a:pt x="2237" y="1004"/>
                    <a:pt x="2237" y="653"/>
                  </a:cubicBezTo>
                  <a:cubicBezTo>
                    <a:pt x="2237" y="291"/>
                    <a:pt x="1741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7" name="Google Shape;2232;p60">
              <a:extLst>
                <a:ext uri="{FF2B5EF4-FFF2-40B4-BE49-F238E27FC236}">
                  <a16:creationId xmlns:a16="http://schemas.microsoft.com/office/drawing/2014/main" id="{42C73956-542B-DFDD-87A5-B7F9B4085E4F}"/>
                </a:ext>
              </a:extLst>
            </p:cNvPr>
            <p:cNvSpPr/>
            <p:nvPr/>
          </p:nvSpPr>
          <p:spPr>
            <a:xfrm>
              <a:off x="1962582" y="3204562"/>
              <a:ext cx="40433" cy="21446"/>
            </a:xfrm>
            <a:custGeom>
              <a:avLst/>
              <a:gdLst/>
              <a:ahLst/>
              <a:cxnLst/>
              <a:rect l="l" t="t" r="r" b="b"/>
              <a:pathLst>
                <a:path w="641" h="340" extrusionOk="0">
                  <a:moveTo>
                    <a:pt x="455" y="0"/>
                  </a:moveTo>
                  <a:cubicBezTo>
                    <a:pt x="414" y="0"/>
                    <a:pt x="375" y="9"/>
                    <a:pt x="339" y="27"/>
                  </a:cubicBezTo>
                  <a:lnTo>
                    <a:pt x="73" y="172"/>
                  </a:lnTo>
                  <a:cubicBezTo>
                    <a:pt x="0" y="209"/>
                    <a:pt x="0" y="269"/>
                    <a:pt x="61" y="305"/>
                  </a:cubicBezTo>
                  <a:cubicBezTo>
                    <a:pt x="103" y="326"/>
                    <a:pt x="149" y="339"/>
                    <a:pt x="195" y="339"/>
                  </a:cubicBezTo>
                  <a:cubicBezTo>
                    <a:pt x="228" y="339"/>
                    <a:pt x="260" y="333"/>
                    <a:pt x="290" y="317"/>
                  </a:cubicBezTo>
                  <a:lnTo>
                    <a:pt x="568" y="160"/>
                  </a:lnTo>
                  <a:cubicBezTo>
                    <a:pt x="629" y="124"/>
                    <a:pt x="641" y="64"/>
                    <a:pt x="580" y="27"/>
                  </a:cubicBezTo>
                  <a:cubicBezTo>
                    <a:pt x="538" y="9"/>
                    <a:pt x="496" y="0"/>
                    <a:pt x="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8" name="Google Shape;2233;p60">
              <a:extLst>
                <a:ext uri="{FF2B5EF4-FFF2-40B4-BE49-F238E27FC236}">
                  <a16:creationId xmlns:a16="http://schemas.microsoft.com/office/drawing/2014/main" id="{8D5F7809-6B84-4BCE-C8C7-BF6AB489DA97}"/>
                </a:ext>
              </a:extLst>
            </p:cNvPr>
            <p:cNvSpPr/>
            <p:nvPr/>
          </p:nvSpPr>
          <p:spPr>
            <a:xfrm>
              <a:off x="1981631" y="3208095"/>
              <a:ext cx="69448" cy="37468"/>
            </a:xfrm>
            <a:custGeom>
              <a:avLst/>
              <a:gdLst/>
              <a:ahLst/>
              <a:cxnLst/>
              <a:rect l="l" t="t" r="r" b="b"/>
              <a:pathLst>
                <a:path w="1101" h="594" extrusionOk="0">
                  <a:moveTo>
                    <a:pt x="1000" y="0"/>
                  </a:moveTo>
                  <a:cubicBezTo>
                    <a:pt x="970" y="0"/>
                    <a:pt x="942" y="9"/>
                    <a:pt x="919" y="32"/>
                  </a:cubicBezTo>
                  <a:cubicBezTo>
                    <a:pt x="907" y="32"/>
                    <a:pt x="895" y="44"/>
                    <a:pt x="883" y="56"/>
                  </a:cubicBezTo>
                  <a:lnTo>
                    <a:pt x="774" y="56"/>
                  </a:lnTo>
                  <a:cubicBezTo>
                    <a:pt x="677" y="56"/>
                    <a:pt x="544" y="68"/>
                    <a:pt x="496" y="80"/>
                  </a:cubicBezTo>
                  <a:cubicBezTo>
                    <a:pt x="460" y="80"/>
                    <a:pt x="424" y="92"/>
                    <a:pt x="387" y="104"/>
                  </a:cubicBezTo>
                  <a:lnTo>
                    <a:pt x="363" y="116"/>
                  </a:lnTo>
                  <a:lnTo>
                    <a:pt x="25" y="286"/>
                  </a:lnTo>
                  <a:cubicBezTo>
                    <a:pt x="0" y="310"/>
                    <a:pt x="0" y="334"/>
                    <a:pt x="25" y="346"/>
                  </a:cubicBezTo>
                  <a:lnTo>
                    <a:pt x="387" y="576"/>
                  </a:lnTo>
                  <a:cubicBezTo>
                    <a:pt x="405" y="588"/>
                    <a:pt x="430" y="594"/>
                    <a:pt x="454" y="594"/>
                  </a:cubicBezTo>
                  <a:cubicBezTo>
                    <a:pt x="478" y="594"/>
                    <a:pt x="502" y="588"/>
                    <a:pt x="520" y="576"/>
                  </a:cubicBezTo>
                  <a:cubicBezTo>
                    <a:pt x="544" y="576"/>
                    <a:pt x="544" y="564"/>
                    <a:pt x="556" y="551"/>
                  </a:cubicBezTo>
                  <a:cubicBezTo>
                    <a:pt x="567" y="555"/>
                    <a:pt x="578" y="556"/>
                    <a:pt x="588" y="556"/>
                  </a:cubicBezTo>
                  <a:cubicBezTo>
                    <a:pt x="614" y="556"/>
                    <a:pt x="640" y="548"/>
                    <a:pt x="665" y="539"/>
                  </a:cubicBezTo>
                  <a:cubicBezTo>
                    <a:pt x="677" y="539"/>
                    <a:pt x="689" y="515"/>
                    <a:pt x="702" y="503"/>
                  </a:cubicBezTo>
                  <a:cubicBezTo>
                    <a:pt x="712" y="507"/>
                    <a:pt x="723" y="508"/>
                    <a:pt x="733" y="508"/>
                  </a:cubicBezTo>
                  <a:cubicBezTo>
                    <a:pt x="759" y="508"/>
                    <a:pt x="785" y="500"/>
                    <a:pt x="810" y="491"/>
                  </a:cubicBezTo>
                  <a:cubicBezTo>
                    <a:pt x="847" y="479"/>
                    <a:pt x="859" y="455"/>
                    <a:pt x="847" y="431"/>
                  </a:cubicBezTo>
                  <a:lnTo>
                    <a:pt x="847" y="431"/>
                  </a:lnTo>
                  <a:cubicBezTo>
                    <a:pt x="862" y="436"/>
                    <a:pt x="877" y="439"/>
                    <a:pt x="892" y="439"/>
                  </a:cubicBezTo>
                  <a:cubicBezTo>
                    <a:pt x="915" y="439"/>
                    <a:pt x="939" y="433"/>
                    <a:pt x="967" y="418"/>
                  </a:cubicBezTo>
                  <a:cubicBezTo>
                    <a:pt x="1004" y="406"/>
                    <a:pt x="1004" y="358"/>
                    <a:pt x="967" y="334"/>
                  </a:cubicBezTo>
                  <a:lnTo>
                    <a:pt x="762" y="201"/>
                  </a:lnTo>
                  <a:cubicBezTo>
                    <a:pt x="774" y="201"/>
                    <a:pt x="883" y="189"/>
                    <a:pt x="919" y="177"/>
                  </a:cubicBezTo>
                  <a:cubicBezTo>
                    <a:pt x="943" y="177"/>
                    <a:pt x="967" y="165"/>
                    <a:pt x="992" y="153"/>
                  </a:cubicBezTo>
                  <a:cubicBezTo>
                    <a:pt x="1028" y="141"/>
                    <a:pt x="1052" y="116"/>
                    <a:pt x="1064" y="92"/>
                  </a:cubicBezTo>
                  <a:cubicBezTo>
                    <a:pt x="1088" y="68"/>
                    <a:pt x="1100" y="32"/>
                    <a:pt x="1052" y="8"/>
                  </a:cubicBezTo>
                  <a:cubicBezTo>
                    <a:pt x="1034" y="3"/>
                    <a:pt x="1017" y="0"/>
                    <a:pt x="1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9" name="Google Shape;2234;p60">
              <a:extLst>
                <a:ext uri="{FF2B5EF4-FFF2-40B4-BE49-F238E27FC236}">
                  <a16:creationId xmlns:a16="http://schemas.microsoft.com/office/drawing/2014/main" id="{774FFB18-579B-A523-59CA-7226B2F79C47}"/>
                </a:ext>
              </a:extLst>
            </p:cNvPr>
            <p:cNvSpPr/>
            <p:nvPr/>
          </p:nvSpPr>
          <p:spPr>
            <a:xfrm>
              <a:off x="1647703" y="3177881"/>
              <a:ext cx="157126" cy="81370"/>
            </a:xfrm>
            <a:custGeom>
              <a:avLst/>
              <a:gdLst/>
              <a:ahLst/>
              <a:cxnLst/>
              <a:rect l="l" t="t" r="r" b="b"/>
              <a:pathLst>
                <a:path w="2491" h="1290" extrusionOk="0">
                  <a:moveTo>
                    <a:pt x="1245" y="1"/>
                  </a:moveTo>
                  <a:cubicBezTo>
                    <a:pt x="990" y="1"/>
                    <a:pt x="735" y="58"/>
                    <a:pt x="496" y="172"/>
                  </a:cubicBezTo>
                  <a:cubicBezTo>
                    <a:pt x="37" y="402"/>
                    <a:pt x="0" y="813"/>
                    <a:pt x="411" y="1079"/>
                  </a:cubicBezTo>
                  <a:cubicBezTo>
                    <a:pt x="668" y="1220"/>
                    <a:pt x="955" y="1290"/>
                    <a:pt x="1244" y="1290"/>
                  </a:cubicBezTo>
                  <a:cubicBezTo>
                    <a:pt x="1499" y="1290"/>
                    <a:pt x="1756" y="1235"/>
                    <a:pt x="1995" y="1127"/>
                  </a:cubicBezTo>
                  <a:cubicBezTo>
                    <a:pt x="2454" y="885"/>
                    <a:pt x="2490" y="474"/>
                    <a:pt x="2079" y="221"/>
                  </a:cubicBezTo>
                  <a:cubicBezTo>
                    <a:pt x="1817" y="74"/>
                    <a:pt x="1531" y="1"/>
                    <a:pt x="1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0" name="Google Shape;2235;p60">
              <a:extLst>
                <a:ext uri="{FF2B5EF4-FFF2-40B4-BE49-F238E27FC236}">
                  <a16:creationId xmlns:a16="http://schemas.microsoft.com/office/drawing/2014/main" id="{6426823D-02BC-6B32-7055-27E814D3A2E2}"/>
                </a:ext>
              </a:extLst>
            </p:cNvPr>
            <p:cNvSpPr/>
            <p:nvPr/>
          </p:nvSpPr>
          <p:spPr>
            <a:xfrm>
              <a:off x="1679746" y="3199958"/>
              <a:ext cx="39676" cy="21005"/>
            </a:xfrm>
            <a:custGeom>
              <a:avLst/>
              <a:gdLst/>
              <a:ahLst/>
              <a:cxnLst/>
              <a:rect l="l" t="t" r="r" b="b"/>
              <a:pathLst>
                <a:path w="629" h="333" extrusionOk="0">
                  <a:moveTo>
                    <a:pt x="455" y="1"/>
                  </a:moveTo>
                  <a:cubicBezTo>
                    <a:pt x="414" y="1"/>
                    <a:pt x="375" y="10"/>
                    <a:pt x="339" y="28"/>
                  </a:cubicBezTo>
                  <a:lnTo>
                    <a:pt x="73" y="173"/>
                  </a:lnTo>
                  <a:cubicBezTo>
                    <a:pt x="0" y="209"/>
                    <a:pt x="0" y="270"/>
                    <a:pt x="61" y="306"/>
                  </a:cubicBezTo>
                  <a:cubicBezTo>
                    <a:pt x="97" y="324"/>
                    <a:pt x="136" y="333"/>
                    <a:pt x="175" y="333"/>
                  </a:cubicBezTo>
                  <a:cubicBezTo>
                    <a:pt x="215" y="333"/>
                    <a:pt x="254" y="324"/>
                    <a:pt x="290" y="306"/>
                  </a:cubicBezTo>
                  <a:lnTo>
                    <a:pt x="556" y="173"/>
                  </a:lnTo>
                  <a:cubicBezTo>
                    <a:pt x="629" y="137"/>
                    <a:pt x="629" y="76"/>
                    <a:pt x="580" y="28"/>
                  </a:cubicBezTo>
                  <a:cubicBezTo>
                    <a:pt x="538" y="10"/>
                    <a:pt x="496" y="1"/>
                    <a:pt x="4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1" name="Google Shape;2236;p60">
              <a:extLst>
                <a:ext uri="{FF2B5EF4-FFF2-40B4-BE49-F238E27FC236}">
                  <a16:creationId xmlns:a16="http://schemas.microsoft.com/office/drawing/2014/main" id="{36C51CE4-A069-30AB-857B-C7715B0B51DB}"/>
                </a:ext>
              </a:extLst>
            </p:cNvPr>
            <p:cNvSpPr/>
            <p:nvPr/>
          </p:nvSpPr>
          <p:spPr>
            <a:xfrm>
              <a:off x="1698038" y="3203490"/>
              <a:ext cx="70205" cy="37720"/>
            </a:xfrm>
            <a:custGeom>
              <a:avLst/>
              <a:gdLst/>
              <a:ahLst/>
              <a:cxnLst/>
              <a:rect l="l" t="t" r="r" b="b"/>
              <a:pathLst>
                <a:path w="1113" h="598" extrusionOk="0">
                  <a:moveTo>
                    <a:pt x="1011" y="1"/>
                  </a:moveTo>
                  <a:cubicBezTo>
                    <a:pt x="980" y="1"/>
                    <a:pt x="949" y="9"/>
                    <a:pt x="919" y="32"/>
                  </a:cubicBezTo>
                  <a:cubicBezTo>
                    <a:pt x="919" y="44"/>
                    <a:pt x="907" y="44"/>
                    <a:pt x="895" y="56"/>
                  </a:cubicBezTo>
                  <a:cubicBezTo>
                    <a:pt x="858" y="56"/>
                    <a:pt x="822" y="68"/>
                    <a:pt x="786" y="68"/>
                  </a:cubicBezTo>
                  <a:cubicBezTo>
                    <a:pt x="689" y="68"/>
                    <a:pt x="556" y="68"/>
                    <a:pt x="508" y="81"/>
                  </a:cubicBezTo>
                  <a:cubicBezTo>
                    <a:pt x="472" y="81"/>
                    <a:pt x="435" y="93"/>
                    <a:pt x="399" y="105"/>
                  </a:cubicBezTo>
                  <a:lnTo>
                    <a:pt x="375" y="117"/>
                  </a:lnTo>
                  <a:lnTo>
                    <a:pt x="36" y="286"/>
                  </a:lnTo>
                  <a:cubicBezTo>
                    <a:pt x="12" y="310"/>
                    <a:pt x="0" y="334"/>
                    <a:pt x="36" y="359"/>
                  </a:cubicBezTo>
                  <a:lnTo>
                    <a:pt x="399" y="588"/>
                  </a:lnTo>
                  <a:cubicBezTo>
                    <a:pt x="423" y="594"/>
                    <a:pt x="447" y="597"/>
                    <a:pt x="472" y="597"/>
                  </a:cubicBezTo>
                  <a:cubicBezTo>
                    <a:pt x="496" y="597"/>
                    <a:pt x="520" y="594"/>
                    <a:pt x="544" y="588"/>
                  </a:cubicBezTo>
                  <a:cubicBezTo>
                    <a:pt x="556" y="576"/>
                    <a:pt x="568" y="564"/>
                    <a:pt x="568" y="552"/>
                  </a:cubicBezTo>
                  <a:cubicBezTo>
                    <a:pt x="583" y="557"/>
                    <a:pt x="598" y="560"/>
                    <a:pt x="613" y="560"/>
                  </a:cubicBezTo>
                  <a:cubicBezTo>
                    <a:pt x="635" y="560"/>
                    <a:pt x="656" y="554"/>
                    <a:pt x="677" y="540"/>
                  </a:cubicBezTo>
                  <a:cubicBezTo>
                    <a:pt x="701" y="540"/>
                    <a:pt x="701" y="528"/>
                    <a:pt x="713" y="504"/>
                  </a:cubicBezTo>
                  <a:cubicBezTo>
                    <a:pt x="728" y="509"/>
                    <a:pt x="743" y="512"/>
                    <a:pt x="758" y="512"/>
                  </a:cubicBezTo>
                  <a:cubicBezTo>
                    <a:pt x="780" y="512"/>
                    <a:pt x="801" y="506"/>
                    <a:pt x="822" y="491"/>
                  </a:cubicBezTo>
                  <a:cubicBezTo>
                    <a:pt x="858" y="479"/>
                    <a:pt x="870" y="455"/>
                    <a:pt x="858" y="431"/>
                  </a:cubicBezTo>
                  <a:lnTo>
                    <a:pt x="858" y="431"/>
                  </a:lnTo>
                  <a:cubicBezTo>
                    <a:pt x="876" y="437"/>
                    <a:pt x="895" y="440"/>
                    <a:pt x="913" y="440"/>
                  </a:cubicBezTo>
                  <a:cubicBezTo>
                    <a:pt x="931" y="440"/>
                    <a:pt x="949" y="437"/>
                    <a:pt x="967" y="431"/>
                  </a:cubicBezTo>
                  <a:cubicBezTo>
                    <a:pt x="1015" y="407"/>
                    <a:pt x="1015" y="359"/>
                    <a:pt x="979" y="334"/>
                  </a:cubicBezTo>
                  <a:lnTo>
                    <a:pt x="774" y="214"/>
                  </a:lnTo>
                  <a:cubicBezTo>
                    <a:pt x="798" y="214"/>
                    <a:pt x="895" y="189"/>
                    <a:pt x="931" y="189"/>
                  </a:cubicBezTo>
                  <a:cubicBezTo>
                    <a:pt x="955" y="177"/>
                    <a:pt x="979" y="165"/>
                    <a:pt x="1003" y="153"/>
                  </a:cubicBezTo>
                  <a:cubicBezTo>
                    <a:pt x="1040" y="141"/>
                    <a:pt x="1064" y="117"/>
                    <a:pt x="1076" y="105"/>
                  </a:cubicBezTo>
                  <a:cubicBezTo>
                    <a:pt x="1100" y="68"/>
                    <a:pt x="1112" y="32"/>
                    <a:pt x="1064" y="8"/>
                  </a:cubicBezTo>
                  <a:cubicBezTo>
                    <a:pt x="1046" y="4"/>
                    <a:pt x="1028" y="1"/>
                    <a:pt x="10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2" name="Google Shape;2237;p60">
              <a:extLst>
                <a:ext uri="{FF2B5EF4-FFF2-40B4-BE49-F238E27FC236}">
                  <a16:creationId xmlns:a16="http://schemas.microsoft.com/office/drawing/2014/main" id="{3C02D916-AE07-6AE3-C1F0-096F46A3FED9}"/>
                </a:ext>
              </a:extLst>
            </p:cNvPr>
            <p:cNvSpPr/>
            <p:nvPr/>
          </p:nvSpPr>
          <p:spPr>
            <a:xfrm>
              <a:off x="1236758" y="2891322"/>
              <a:ext cx="158640" cy="82505"/>
            </a:xfrm>
            <a:custGeom>
              <a:avLst/>
              <a:gdLst/>
              <a:ahLst/>
              <a:cxnLst/>
              <a:rect l="l" t="t" r="r" b="b"/>
              <a:pathLst>
                <a:path w="2515" h="1308" extrusionOk="0">
                  <a:moveTo>
                    <a:pt x="1142" y="0"/>
                  </a:moveTo>
                  <a:cubicBezTo>
                    <a:pt x="946" y="0"/>
                    <a:pt x="748" y="33"/>
                    <a:pt x="557" y="98"/>
                  </a:cubicBezTo>
                  <a:cubicBezTo>
                    <a:pt x="73" y="291"/>
                    <a:pt x="1" y="702"/>
                    <a:pt x="387" y="1005"/>
                  </a:cubicBezTo>
                  <a:cubicBezTo>
                    <a:pt x="681" y="1206"/>
                    <a:pt x="1025" y="1308"/>
                    <a:pt x="1373" y="1308"/>
                  </a:cubicBezTo>
                  <a:cubicBezTo>
                    <a:pt x="1569" y="1308"/>
                    <a:pt x="1767" y="1275"/>
                    <a:pt x="1959" y="1210"/>
                  </a:cubicBezTo>
                  <a:cubicBezTo>
                    <a:pt x="2442" y="1017"/>
                    <a:pt x="2515" y="618"/>
                    <a:pt x="2128" y="304"/>
                  </a:cubicBezTo>
                  <a:cubicBezTo>
                    <a:pt x="1834" y="103"/>
                    <a:pt x="1491" y="0"/>
                    <a:pt x="11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3" name="Google Shape;2238;p60">
              <a:extLst>
                <a:ext uri="{FF2B5EF4-FFF2-40B4-BE49-F238E27FC236}">
                  <a16:creationId xmlns:a16="http://schemas.microsoft.com/office/drawing/2014/main" id="{185400C9-F067-6470-87B4-E2FF6D33E327}"/>
                </a:ext>
              </a:extLst>
            </p:cNvPr>
            <p:cNvSpPr/>
            <p:nvPr/>
          </p:nvSpPr>
          <p:spPr>
            <a:xfrm>
              <a:off x="1269558" y="2912894"/>
              <a:ext cx="41253" cy="19743"/>
            </a:xfrm>
            <a:custGeom>
              <a:avLst/>
              <a:gdLst/>
              <a:ahLst/>
              <a:cxnLst/>
              <a:rect l="l" t="t" r="r" b="b"/>
              <a:pathLst>
                <a:path w="654" h="313" extrusionOk="0">
                  <a:moveTo>
                    <a:pt x="465" y="1"/>
                  </a:moveTo>
                  <a:cubicBezTo>
                    <a:pt x="434" y="1"/>
                    <a:pt x="404" y="8"/>
                    <a:pt x="375" y="22"/>
                  </a:cubicBezTo>
                  <a:lnTo>
                    <a:pt x="85" y="131"/>
                  </a:lnTo>
                  <a:cubicBezTo>
                    <a:pt x="12" y="167"/>
                    <a:pt x="0" y="215"/>
                    <a:pt x="61" y="264"/>
                  </a:cubicBezTo>
                  <a:cubicBezTo>
                    <a:pt x="101" y="296"/>
                    <a:pt x="158" y="312"/>
                    <a:pt x="212" y="312"/>
                  </a:cubicBezTo>
                  <a:cubicBezTo>
                    <a:pt x="239" y="312"/>
                    <a:pt x="266" y="308"/>
                    <a:pt x="290" y="300"/>
                  </a:cubicBezTo>
                  <a:lnTo>
                    <a:pt x="581" y="179"/>
                  </a:lnTo>
                  <a:cubicBezTo>
                    <a:pt x="641" y="155"/>
                    <a:pt x="653" y="95"/>
                    <a:pt x="605" y="46"/>
                  </a:cubicBezTo>
                  <a:cubicBezTo>
                    <a:pt x="561" y="17"/>
                    <a:pt x="512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4" name="Google Shape;2239;p60">
              <a:extLst>
                <a:ext uri="{FF2B5EF4-FFF2-40B4-BE49-F238E27FC236}">
                  <a16:creationId xmlns:a16="http://schemas.microsoft.com/office/drawing/2014/main" id="{A62691B8-84BF-A8FD-8855-52315171EB23}"/>
                </a:ext>
              </a:extLst>
            </p:cNvPr>
            <p:cNvSpPr/>
            <p:nvPr/>
          </p:nvSpPr>
          <p:spPr>
            <a:xfrm>
              <a:off x="1288607" y="2921473"/>
              <a:ext cx="70962" cy="34440"/>
            </a:xfrm>
            <a:custGeom>
              <a:avLst/>
              <a:gdLst/>
              <a:ahLst/>
              <a:cxnLst/>
              <a:rect l="l" t="t" r="r" b="b"/>
              <a:pathLst>
                <a:path w="1125" h="546" extrusionOk="0">
                  <a:moveTo>
                    <a:pt x="1016" y="1"/>
                  </a:moveTo>
                  <a:cubicBezTo>
                    <a:pt x="992" y="1"/>
                    <a:pt x="968" y="7"/>
                    <a:pt x="943" y="19"/>
                  </a:cubicBezTo>
                  <a:cubicBezTo>
                    <a:pt x="931" y="31"/>
                    <a:pt x="919" y="43"/>
                    <a:pt x="907" y="43"/>
                  </a:cubicBezTo>
                  <a:lnTo>
                    <a:pt x="798" y="43"/>
                  </a:lnTo>
                  <a:cubicBezTo>
                    <a:pt x="702" y="43"/>
                    <a:pt x="569" y="31"/>
                    <a:pt x="532" y="31"/>
                  </a:cubicBezTo>
                  <a:cubicBezTo>
                    <a:pt x="484" y="31"/>
                    <a:pt x="448" y="43"/>
                    <a:pt x="412" y="55"/>
                  </a:cubicBezTo>
                  <a:lnTo>
                    <a:pt x="387" y="55"/>
                  </a:lnTo>
                  <a:lnTo>
                    <a:pt x="37" y="188"/>
                  </a:lnTo>
                  <a:cubicBezTo>
                    <a:pt x="1" y="200"/>
                    <a:pt x="1" y="237"/>
                    <a:pt x="25" y="249"/>
                  </a:cubicBezTo>
                  <a:lnTo>
                    <a:pt x="363" y="515"/>
                  </a:lnTo>
                  <a:cubicBezTo>
                    <a:pt x="386" y="538"/>
                    <a:pt x="414" y="546"/>
                    <a:pt x="444" y="546"/>
                  </a:cubicBezTo>
                  <a:cubicBezTo>
                    <a:pt x="461" y="546"/>
                    <a:pt x="478" y="543"/>
                    <a:pt x="496" y="539"/>
                  </a:cubicBezTo>
                  <a:cubicBezTo>
                    <a:pt x="508" y="527"/>
                    <a:pt x="520" y="515"/>
                    <a:pt x="532" y="502"/>
                  </a:cubicBezTo>
                  <a:cubicBezTo>
                    <a:pt x="551" y="508"/>
                    <a:pt x="569" y="512"/>
                    <a:pt x="587" y="512"/>
                  </a:cubicBezTo>
                  <a:cubicBezTo>
                    <a:pt x="605" y="512"/>
                    <a:pt x="623" y="508"/>
                    <a:pt x="641" y="502"/>
                  </a:cubicBezTo>
                  <a:cubicBezTo>
                    <a:pt x="665" y="502"/>
                    <a:pt x="677" y="490"/>
                    <a:pt x="677" y="478"/>
                  </a:cubicBezTo>
                  <a:cubicBezTo>
                    <a:pt x="696" y="484"/>
                    <a:pt x="714" y="487"/>
                    <a:pt x="732" y="487"/>
                  </a:cubicBezTo>
                  <a:cubicBezTo>
                    <a:pt x="750" y="487"/>
                    <a:pt x="768" y="484"/>
                    <a:pt x="786" y="478"/>
                  </a:cubicBezTo>
                  <a:cubicBezTo>
                    <a:pt x="822" y="466"/>
                    <a:pt x="835" y="442"/>
                    <a:pt x="822" y="418"/>
                  </a:cubicBezTo>
                  <a:lnTo>
                    <a:pt x="822" y="418"/>
                  </a:lnTo>
                  <a:cubicBezTo>
                    <a:pt x="841" y="424"/>
                    <a:pt x="862" y="427"/>
                    <a:pt x="883" y="427"/>
                  </a:cubicBezTo>
                  <a:cubicBezTo>
                    <a:pt x="904" y="427"/>
                    <a:pt x="925" y="424"/>
                    <a:pt x="943" y="418"/>
                  </a:cubicBezTo>
                  <a:cubicBezTo>
                    <a:pt x="992" y="394"/>
                    <a:pt x="992" y="357"/>
                    <a:pt x="955" y="333"/>
                  </a:cubicBezTo>
                  <a:lnTo>
                    <a:pt x="762" y="176"/>
                  </a:lnTo>
                  <a:lnTo>
                    <a:pt x="931" y="176"/>
                  </a:lnTo>
                  <a:cubicBezTo>
                    <a:pt x="955" y="176"/>
                    <a:pt x="980" y="176"/>
                    <a:pt x="1016" y="164"/>
                  </a:cubicBezTo>
                  <a:cubicBezTo>
                    <a:pt x="1040" y="152"/>
                    <a:pt x="1064" y="128"/>
                    <a:pt x="1088" y="116"/>
                  </a:cubicBezTo>
                  <a:cubicBezTo>
                    <a:pt x="1113" y="91"/>
                    <a:pt x="1125" y="55"/>
                    <a:pt x="1088" y="19"/>
                  </a:cubicBezTo>
                  <a:cubicBezTo>
                    <a:pt x="1064" y="7"/>
                    <a:pt x="1040" y="1"/>
                    <a:pt x="10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5" name="Google Shape;2240;p60">
              <a:extLst>
                <a:ext uri="{FF2B5EF4-FFF2-40B4-BE49-F238E27FC236}">
                  <a16:creationId xmlns:a16="http://schemas.microsoft.com/office/drawing/2014/main" id="{1DC3FDB7-B38C-E959-FE88-25ED85AFEBD9}"/>
                </a:ext>
              </a:extLst>
            </p:cNvPr>
            <p:cNvSpPr/>
            <p:nvPr/>
          </p:nvSpPr>
          <p:spPr>
            <a:xfrm>
              <a:off x="2047987" y="3014007"/>
              <a:ext cx="157063" cy="81307"/>
            </a:xfrm>
            <a:custGeom>
              <a:avLst/>
              <a:gdLst/>
              <a:ahLst/>
              <a:cxnLst/>
              <a:rect l="l" t="t" r="r" b="b"/>
              <a:pathLst>
                <a:path w="2490" h="1289" extrusionOk="0">
                  <a:moveTo>
                    <a:pt x="1245" y="0"/>
                  </a:moveTo>
                  <a:cubicBezTo>
                    <a:pt x="990" y="0"/>
                    <a:pt x="735" y="58"/>
                    <a:pt x="496" y="172"/>
                  </a:cubicBezTo>
                  <a:cubicBezTo>
                    <a:pt x="36" y="401"/>
                    <a:pt x="0" y="812"/>
                    <a:pt x="411" y="1078"/>
                  </a:cubicBezTo>
                  <a:cubicBezTo>
                    <a:pt x="674" y="1219"/>
                    <a:pt x="961" y="1289"/>
                    <a:pt x="1248" y="1289"/>
                  </a:cubicBezTo>
                  <a:cubicBezTo>
                    <a:pt x="1502" y="1289"/>
                    <a:pt x="1756" y="1234"/>
                    <a:pt x="1994" y="1126"/>
                  </a:cubicBezTo>
                  <a:cubicBezTo>
                    <a:pt x="2454" y="885"/>
                    <a:pt x="2490" y="474"/>
                    <a:pt x="2079" y="220"/>
                  </a:cubicBezTo>
                  <a:cubicBezTo>
                    <a:pt x="1817" y="73"/>
                    <a:pt x="1531" y="0"/>
                    <a:pt x="12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6" name="Google Shape;2241;p60">
              <a:extLst>
                <a:ext uri="{FF2B5EF4-FFF2-40B4-BE49-F238E27FC236}">
                  <a16:creationId xmlns:a16="http://schemas.microsoft.com/office/drawing/2014/main" id="{FDA6F213-85F0-B45B-6DC1-CB5EAB728099}"/>
                </a:ext>
              </a:extLst>
            </p:cNvPr>
            <p:cNvSpPr/>
            <p:nvPr/>
          </p:nvSpPr>
          <p:spPr>
            <a:xfrm>
              <a:off x="2079967" y="3036020"/>
              <a:ext cx="40496" cy="21068"/>
            </a:xfrm>
            <a:custGeom>
              <a:avLst/>
              <a:gdLst/>
              <a:ahLst/>
              <a:cxnLst/>
              <a:rect l="l" t="t" r="r" b="b"/>
              <a:pathLst>
                <a:path w="642" h="334" extrusionOk="0">
                  <a:moveTo>
                    <a:pt x="455" y="1"/>
                  </a:moveTo>
                  <a:cubicBezTo>
                    <a:pt x="415" y="1"/>
                    <a:pt x="375" y="10"/>
                    <a:pt x="339" y="28"/>
                  </a:cubicBezTo>
                  <a:lnTo>
                    <a:pt x="73" y="173"/>
                  </a:lnTo>
                  <a:cubicBezTo>
                    <a:pt x="1" y="209"/>
                    <a:pt x="1" y="270"/>
                    <a:pt x="61" y="306"/>
                  </a:cubicBezTo>
                  <a:cubicBezTo>
                    <a:pt x="97" y="324"/>
                    <a:pt x="137" y="333"/>
                    <a:pt x="176" y="333"/>
                  </a:cubicBezTo>
                  <a:cubicBezTo>
                    <a:pt x="215" y="333"/>
                    <a:pt x="255" y="324"/>
                    <a:pt x="291" y="306"/>
                  </a:cubicBezTo>
                  <a:lnTo>
                    <a:pt x="569" y="173"/>
                  </a:lnTo>
                  <a:cubicBezTo>
                    <a:pt x="629" y="137"/>
                    <a:pt x="641" y="76"/>
                    <a:pt x="581" y="28"/>
                  </a:cubicBezTo>
                  <a:cubicBezTo>
                    <a:pt x="539" y="10"/>
                    <a:pt x="496" y="1"/>
                    <a:pt x="4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7" name="Google Shape;2242;p60">
              <a:extLst>
                <a:ext uri="{FF2B5EF4-FFF2-40B4-BE49-F238E27FC236}">
                  <a16:creationId xmlns:a16="http://schemas.microsoft.com/office/drawing/2014/main" id="{5C4012F7-8C04-F841-234F-E1C5C6C75669}"/>
                </a:ext>
              </a:extLst>
            </p:cNvPr>
            <p:cNvSpPr/>
            <p:nvPr/>
          </p:nvSpPr>
          <p:spPr>
            <a:xfrm>
              <a:off x="2098259" y="3039616"/>
              <a:ext cx="70205" cy="37657"/>
            </a:xfrm>
            <a:custGeom>
              <a:avLst/>
              <a:gdLst/>
              <a:ahLst/>
              <a:cxnLst/>
              <a:rect l="l" t="t" r="r" b="b"/>
              <a:pathLst>
                <a:path w="1113" h="597" extrusionOk="0">
                  <a:moveTo>
                    <a:pt x="1008" y="0"/>
                  </a:moveTo>
                  <a:cubicBezTo>
                    <a:pt x="975" y="0"/>
                    <a:pt x="942" y="9"/>
                    <a:pt x="919" y="32"/>
                  </a:cubicBezTo>
                  <a:cubicBezTo>
                    <a:pt x="907" y="44"/>
                    <a:pt x="895" y="44"/>
                    <a:pt x="883" y="56"/>
                  </a:cubicBezTo>
                  <a:cubicBezTo>
                    <a:pt x="847" y="56"/>
                    <a:pt x="811" y="68"/>
                    <a:pt x="786" y="68"/>
                  </a:cubicBezTo>
                  <a:cubicBezTo>
                    <a:pt x="678" y="68"/>
                    <a:pt x="545" y="68"/>
                    <a:pt x="508" y="80"/>
                  </a:cubicBezTo>
                  <a:cubicBezTo>
                    <a:pt x="460" y="80"/>
                    <a:pt x="424" y="92"/>
                    <a:pt x="388" y="104"/>
                  </a:cubicBezTo>
                  <a:lnTo>
                    <a:pt x="375" y="116"/>
                  </a:lnTo>
                  <a:lnTo>
                    <a:pt x="37" y="285"/>
                  </a:lnTo>
                  <a:cubicBezTo>
                    <a:pt x="1" y="310"/>
                    <a:pt x="1" y="334"/>
                    <a:pt x="37" y="358"/>
                  </a:cubicBezTo>
                  <a:lnTo>
                    <a:pt x="388" y="588"/>
                  </a:lnTo>
                  <a:cubicBezTo>
                    <a:pt x="412" y="594"/>
                    <a:pt x="436" y="597"/>
                    <a:pt x="460" y="597"/>
                  </a:cubicBezTo>
                  <a:cubicBezTo>
                    <a:pt x="484" y="597"/>
                    <a:pt x="508" y="594"/>
                    <a:pt x="533" y="588"/>
                  </a:cubicBezTo>
                  <a:cubicBezTo>
                    <a:pt x="545" y="575"/>
                    <a:pt x="557" y="563"/>
                    <a:pt x="569" y="551"/>
                  </a:cubicBezTo>
                  <a:cubicBezTo>
                    <a:pt x="584" y="556"/>
                    <a:pt x="599" y="559"/>
                    <a:pt x="614" y="559"/>
                  </a:cubicBezTo>
                  <a:cubicBezTo>
                    <a:pt x="635" y="559"/>
                    <a:pt x="656" y="553"/>
                    <a:pt x="678" y="539"/>
                  </a:cubicBezTo>
                  <a:cubicBezTo>
                    <a:pt x="690" y="527"/>
                    <a:pt x="702" y="515"/>
                    <a:pt x="702" y="503"/>
                  </a:cubicBezTo>
                  <a:cubicBezTo>
                    <a:pt x="717" y="508"/>
                    <a:pt x="734" y="511"/>
                    <a:pt x="751" y="511"/>
                  </a:cubicBezTo>
                  <a:cubicBezTo>
                    <a:pt x="776" y="511"/>
                    <a:pt x="801" y="505"/>
                    <a:pt x="823" y="491"/>
                  </a:cubicBezTo>
                  <a:cubicBezTo>
                    <a:pt x="859" y="479"/>
                    <a:pt x="871" y="455"/>
                    <a:pt x="859" y="430"/>
                  </a:cubicBezTo>
                  <a:lnTo>
                    <a:pt x="859" y="430"/>
                  </a:lnTo>
                  <a:cubicBezTo>
                    <a:pt x="877" y="436"/>
                    <a:pt x="895" y="439"/>
                    <a:pt x="915" y="439"/>
                  </a:cubicBezTo>
                  <a:cubicBezTo>
                    <a:pt x="934" y="439"/>
                    <a:pt x="956" y="436"/>
                    <a:pt x="980" y="430"/>
                  </a:cubicBezTo>
                  <a:cubicBezTo>
                    <a:pt x="1016" y="406"/>
                    <a:pt x="1016" y="358"/>
                    <a:pt x="980" y="334"/>
                  </a:cubicBezTo>
                  <a:lnTo>
                    <a:pt x="774" y="213"/>
                  </a:lnTo>
                  <a:cubicBezTo>
                    <a:pt x="786" y="213"/>
                    <a:pt x="895" y="189"/>
                    <a:pt x="919" y="177"/>
                  </a:cubicBezTo>
                  <a:cubicBezTo>
                    <a:pt x="944" y="177"/>
                    <a:pt x="980" y="164"/>
                    <a:pt x="1004" y="152"/>
                  </a:cubicBezTo>
                  <a:cubicBezTo>
                    <a:pt x="1028" y="140"/>
                    <a:pt x="1052" y="116"/>
                    <a:pt x="1077" y="92"/>
                  </a:cubicBezTo>
                  <a:cubicBezTo>
                    <a:pt x="1101" y="68"/>
                    <a:pt x="1113" y="32"/>
                    <a:pt x="1064" y="7"/>
                  </a:cubicBezTo>
                  <a:cubicBezTo>
                    <a:pt x="1047" y="3"/>
                    <a:pt x="1027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8" name="Google Shape;2243;p60">
              <a:extLst>
                <a:ext uri="{FF2B5EF4-FFF2-40B4-BE49-F238E27FC236}">
                  <a16:creationId xmlns:a16="http://schemas.microsoft.com/office/drawing/2014/main" id="{81F124A8-2258-301F-02CD-3CC7DD5B9BF7}"/>
                </a:ext>
              </a:extLst>
            </p:cNvPr>
            <p:cNvSpPr/>
            <p:nvPr/>
          </p:nvSpPr>
          <p:spPr>
            <a:xfrm>
              <a:off x="1669023" y="2925699"/>
              <a:ext cx="141924" cy="81622"/>
            </a:xfrm>
            <a:custGeom>
              <a:avLst/>
              <a:gdLst/>
              <a:ahLst/>
              <a:cxnLst/>
              <a:rect l="l" t="t" r="r" b="b"/>
              <a:pathLst>
                <a:path w="2250" h="1294" extrusionOk="0">
                  <a:moveTo>
                    <a:pt x="1125" y="0"/>
                  </a:moveTo>
                  <a:cubicBezTo>
                    <a:pt x="509" y="0"/>
                    <a:pt x="1" y="290"/>
                    <a:pt x="1" y="653"/>
                  </a:cubicBezTo>
                  <a:cubicBezTo>
                    <a:pt x="1" y="1016"/>
                    <a:pt x="509" y="1294"/>
                    <a:pt x="1125" y="1294"/>
                  </a:cubicBezTo>
                  <a:cubicBezTo>
                    <a:pt x="1741" y="1294"/>
                    <a:pt x="2249" y="1016"/>
                    <a:pt x="2249" y="653"/>
                  </a:cubicBezTo>
                  <a:cubicBezTo>
                    <a:pt x="2249" y="290"/>
                    <a:pt x="1741" y="0"/>
                    <a:pt x="1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9" name="Google Shape;2244;p60">
              <a:extLst>
                <a:ext uri="{FF2B5EF4-FFF2-40B4-BE49-F238E27FC236}">
                  <a16:creationId xmlns:a16="http://schemas.microsoft.com/office/drawing/2014/main" id="{01989F25-FC1D-C0E7-5F51-79E7FD0E7CB2}"/>
                </a:ext>
              </a:extLst>
            </p:cNvPr>
            <p:cNvSpPr/>
            <p:nvPr/>
          </p:nvSpPr>
          <p:spPr>
            <a:xfrm>
              <a:off x="1693433" y="2949100"/>
              <a:ext cx="40496" cy="21005"/>
            </a:xfrm>
            <a:custGeom>
              <a:avLst/>
              <a:gdLst/>
              <a:ahLst/>
              <a:cxnLst/>
              <a:rect l="l" t="t" r="r" b="b"/>
              <a:pathLst>
                <a:path w="642" h="333" extrusionOk="0">
                  <a:moveTo>
                    <a:pt x="465" y="1"/>
                  </a:moveTo>
                  <a:cubicBezTo>
                    <a:pt x="424" y="1"/>
                    <a:pt x="381" y="10"/>
                    <a:pt x="339" y="28"/>
                  </a:cubicBezTo>
                  <a:lnTo>
                    <a:pt x="73" y="161"/>
                  </a:lnTo>
                  <a:cubicBezTo>
                    <a:pt x="1" y="197"/>
                    <a:pt x="1" y="258"/>
                    <a:pt x="61" y="294"/>
                  </a:cubicBezTo>
                  <a:cubicBezTo>
                    <a:pt x="100" y="320"/>
                    <a:pt x="142" y="332"/>
                    <a:pt x="184" y="332"/>
                  </a:cubicBezTo>
                  <a:cubicBezTo>
                    <a:pt x="221" y="332"/>
                    <a:pt x="257" y="323"/>
                    <a:pt x="291" y="306"/>
                  </a:cubicBezTo>
                  <a:lnTo>
                    <a:pt x="569" y="161"/>
                  </a:lnTo>
                  <a:cubicBezTo>
                    <a:pt x="629" y="125"/>
                    <a:pt x="641" y="64"/>
                    <a:pt x="581" y="28"/>
                  </a:cubicBezTo>
                  <a:cubicBezTo>
                    <a:pt x="545" y="10"/>
                    <a:pt x="505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0" name="Google Shape;2245;p60">
              <a:extLst>
                <a:ext uri="{FF2B5EF4-FFF2-40B4-BE49-F238E27FC236}">
                  <a16:creationId xmlns:a16="http://schemas.microsoft.com/office/drawing/2014/main" id="{B87CCAE7-2116-56CA-0548-A0D68471E4CF}"/>
                </a:ext>
              </a:extLst>
            </p:cNvPr>
            <p:cNvSpPr/>
            <p:nvPr/>
          </p:nvSpPr>
          <p:spPr>
            <a:xfrm>
              <a:off x="1712482" y="2951939"/>
              <a:ext cx="69448" cy="37468"/>
            </a:xfrm>
            <a:custGeom>
              <a:avLst/>
              <a:gdLst/>
              <a:ahLst/>
              <a:cxnLst/>
              <a:rect l="l" t="t" r="r" b="b"/>
              <a:pathLst>
                <a:path w="1101" h="594" extrusionOk="0">
                  <a:moveTo>
                    <a:pt x="1000" y="0"/>
                  </a:moveTo>
                  <a:cubicBezTo>
                    <a:pt x="970" y="0"/>
                    <a:pt x="942" y="9"/>
                    <a:pt x="919" y="32"/>
                  </a:cubicBezTo>
                  <a:cubicBezTo>
                    <a:pt x="907" y="44"/>
                    <a:pt x="895" y="44"/>
                    <a:pt x="883" y="56"/>
                  </a:cubicBezTo>
                  <a:cubicBezTo>
                    <a:pt x="847" y="68"/>
                    <a:pt x="811" y="68"/>
                    <a:pt x="774" y="68"/>
                  </a:cubicBezTo>
                  <a:cubicBezTo>
                    <a:pt x="678" y="68"/>
                    <a:pt x="545" y="80"/>
                    <a:pt x="496" y="80"/>
                  </a:cubicBezTo>
                  <a:cubicBezTo>
                    <a:pt x="460" y="80"/>
                    <a:pt x="424" y="92"/>
                    <a:pt x="388" y="104"/>
                  </a:cubicBezTo>
                  <a:lnTo>
                    <a:pt x="363" y="104"/>
                  </a:lnTo>
                  <a:lnTo>
                    <a:pt x="25" y="285"/>
                  </a:lnTo>
                  <a:cubicBezTo>
                    <a:pt x="1" y="297"/>
                    <a:pt x="1" y="334"/>
                    <a:pt x="25" y="346"/>
                  </a:cubicBezTo>
                  <a:lnTo>
                    <a:pt x="388" y="575"/>
                  </a:lnTo>
                  <a:cubicBezTo>
                    <a:pt x="412" y="588"/>
                    <a:pt x="436" y="594"/>
                    <a:pt x="460" y="594"/>
                  </a:cubicBezTo>
                  <a:cubicBezTo>
                    <a:pt x="484" y="594"/>
                    <a:pt x="508" y="588"/>
                    <a:pt x="533" y="575"/>
                  </a:cubicBezTo>
                  <a:cubicBezTo>
                    <a:pt x="545" y="563"/>
                    <a:pt x="557" y="563"/>
                    <a:pt x="557" y="539"/>
                  </a:cubicBezTo>
                  <a:cubicBezTo>
                    <a:pt x="575" y="545"/>
                    <a:pt x="593" y="548"/>
                    <a:pt x="611" y="548"/>
                  </a:cubicBezTo>
                  <a:cubicBezTo>
                    <a:pt x="629" y="548"/>
                    <a:pt x="647" y="545"/>
                    <a:pt x="666" y="539"/>
                  </a:cubicBezTo>
                  <a:cubicBezTo>
                    <a:pt x="690" y="527"/>
                    <a:pt x="702" y="515"/>
                    <a:pt x="702" y="503"/>
                  </a:cubicBezTo>
                  <a:cubicBezTo>
                    <a:pt x="738" y="503"/>
                    <a:pt x="774" y="503"/>
                    <a:pt x="811" y="491"/>
                  </a:cubicBezTo>
                  <a:cubicBezTo>
                    <a:pt x="847" y="479"/>
                    <a:pt x="859" y="455"/>
                    <a:pt x="847" y="430"/>
                  </a:cubicBezTo>
                  <a:lnTo>
                    <a:pt x="847" y="430"/>
                  </a:lnTo>
                  <a:cubicBezTo>
                    <a:pt x="865" y="436"/>
                    <a:pt x="883" y="439"/>
                    <a:pt x="903" y="439"/>
                  </a:cubicBezTo>
                  <a:cubicBezTo>
                    <a:pt x="922" y="439"/>
                    <a:pt x="944" y="436"/>
                    <a:pt x="968" y="430"/>
                  </a:cubicBezTo>
                  <a:cubicBezTo>
                    <a:pt x="1004" y="406"/>
                    <a:pt x="1016" y="358"/>
                    <a:pt x="968" y="334"/>
                  </a:cubicBezTo>
                  <a:lnTo>
                    <a:pt x="762" y="213"/>
                  </a:lnTo>
                  <a:cubicBezTo>
                    <a:pt x="774" y="213"/>
                    <a:pt x="883" y="189"/>
                    <a:pt x="919" y="189"/>
                  </a:cubicBezTo>
                  <a:cubicBezTo>
                    <a:pt x="944" y="177"/>
                    <a:pt x="968" y="164"/>
                    <a:pt x="1004" y="152"/>
                  </a:cubicBezTo>
                  <a:cubicBezTo>
                    <a:pt x="1028" y="140"/>
                    <a:pt x="1052" y="128"/>
                    <a:pt x="1064" y="104"/>
                  </a:cubicBezTo>
                  <a:cubicBezTo>
                    <a:pt x="1089" y="68"/>
                    <a:pt x="1101" y="32"/>
                    <a:pt x="1052" y="7"/>
                  </a:cubicBezTo>
                  <a:cubicBezTo>
                    <a:pt x="1035" y="3"/>
                    <a:pt x="1017" y="0"/>
                    <a:pt x="1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1" name="Google Shape;2246;p60">
              <a:extLst>
                <a:ext uri="{FF2B5EF4-FFF2-40B4-BE49-F238E27FC236}">
                  <a16:creationId xmlns:a16="http://schemas.microsoft.com/office/drawing/2014/main" id="{502EFB3D-A67E-15E7-7E3B-51350537484B}"/>
                </a:ext>
              </a:extLst>
            </p:cNvPr>
            <p:cNvSpPr/>
            <p:nvPr/>
          </p:nvSpPr>
          <p:spPr>
            <a:xfrm>
              <a:off x="2182908" y="3318479"/>
              <a:ext cx="157126" cy="81055"/>
            </a:xfrm>
            <a:custGeom>
              <a:avLst/>
              <a:gdLst/>
              <a:ahLst/>
              <a:cxnLst/>
              <a:rect l="l" t="t" r="r" b="b"/>
              <a:pathLst>
                <a:path w="2491" h="1285" extrusionOk="0">
                  <a:moveTo>
                    <a:pt x="1239" y="0"/>
                  </a:moveTo>
                  <a:cubicBezTo>
                    <a:pt x="986" y="0"/>
                    <a:pt x="732" y="55"/>
                    <a:pt x="496" y="167"/>
                  </a:cubicBezTo>
                  <a:cubicBezTo>
                    <a:pt x="37" y="397"/>
                    <a:pt x="0" y="808"/>
                    <a:pt x="411" y="1074"/>
                  </a:cubicBezTo>
                  <a:cubicBezTo>
                    <a:pt x="674" y="1215"/>
                    <a:pt x="961" y="1284"/>
                    <a:pt x="1248" y="1284"/>
                  </a:cubicBezTo>
                  <a:cubicBezTo>
                    <a:pt x="1502" y="1284"/>
                    <a:pt x="1756" y="1230"/>
                    <a:pt x="1995" y="1122"/>
                  </a:cubicBezTo>
                  <a:cubicBezTo>
                    <a:pt x="2454" y="880"/>
                    <a:pt x="2490" y="469"/>
                    <a:pt x="2079" y="216"/>
                  </a:cubicBezTo>
                  <a:cubicBezTo>
                    <a:pt x="1820" y="73"/>
                    <a:pt x="1530" y="0"/>
                    <a:pt x="1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2" name="Google Shape;2247;p60">
              <a:extLst>
                <a:ext uri="{FF2B5EF4-FFF2-40B4-BE49-F238E27FC236}">
                  <a16:creationId xmlns:a16="http://schemas.microsoft.com/office/drawing/2014/main" id="{B9481F4D-8451-55BE-9F99-449577B8CF66}"/>
                </a:ext>
              </a:extLst>
            </p:cNvPr>
            <p:cNvSpPr/>
            <p:nvPr/>
          </p:nvSpPr>
          <p:spPr>
            <a:xfrm>
              <a:off x="2214951" y="3340998"/>
              <a:ext cx="40433" cy="20689"/>
            </a:xfrm>
            <a:custGeom>
              <a:avLst/>
              <a:gdLst/>
              <a:ahLst/>
              <a:cxnLst/>
              <a:rect l="l" t="t" r="r" b="b"/>
              <a:pathLst>
                <a:path w="641" h="328" extrusionOk="0">
                  <a:moveTo>
                    <a:pt x="465" y="1"/>
                  </a:moveTo>
                  <a:cubicBezTo>
                    <a:pt x="426" y="1"/>
                    <a:pt x="387" y="10"/>
                    <a:pt x="351" y="28"/>
                  </a:cubicBezTo>
                  <a:lnTo>
                    <a:pt x="73" y="161"/>
                  </a:lnTo>
                  <a:cubicBezTo>
                    <a:pt x="0" y="197"/>
                    <a:pt x="0" y="257"/>
                    <a:pt x="61" y="294"/>
                  </a:cubicBezTo>
                  <a:cubicBezTo>
                    <a:pt x="103" y="315"/>
                    <a:pt x="149" y="328"/>
                    <a:pt x="194" y="328"/>
                  </a:cubicBezTo>
                  <a:cubicBezTo>
                    <a:pt x="227" y="328"/>
                    <a:pt x="260" y="321"/>
                    <a:pt x="290" y="306"/>
                  </a:cubicBezTo>
                  <a:lnTo>
                    <a:pt x="568" y="161"/>
                  </a:lnTo>
                  <a:cubicBezTo>
                    <a:pt x="629" y="125"/>
                    <a:pt x="641" y="64"/>
                    <a:pt x="580" y="28"/>
                  </a:cubicBezTo>
                  <a:cubicBezTo>
                    <a:pt x="544" y="10"/>
                    <a:pt x="505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3" name="Google Shape;2248;p60">
              <a:extLst>
                <a:ext uri="{FF2B5EF4-FFF2-40B4-BE49-F238E27FC236}">
                  <a16:creationId xmlns:a16="http://schemas.microsoft.com/office/drawing/2014/main" id="{BCA0D010-4CD1-F036-3898-2A8FDC0DD9E1}"/>
                </a:ext>
              </a:extLst>
            </p:cNvPr>
            <p:cNvSpPr/>
            <p:nvPr/>
          </p:nvSpPr>
          <p:spPr>
            <a:xfrm>
              <a:off x="2234757" y="3343963"/>
              <a:ext cx="68691" cy="38099"/>
            </a:xfrm>
            <a:custGeom>
              <a:avLst/>
              <a:gdLst/>
              <a:ahLst/>
              <a:cxnLst/>
              <a:rect l="l" t="t" r="r" b="b"/>
              <a:pathLst>
                <a:path w="1089" h="604" extrusionOk="0">
                  <a:moveTo>
                    <a:pt x="976" y="0"/>
                  </a:moveTo>
                  <a:cubicBezTo>
                    <a:pt x="950" y="0"/>
                    <a:pt x="927" y="9"/>
                    <a:pt x="907" y="29"/>
                  </a:cubicBezTo>
                  <a:cubicBezTo>
                    <a:pt x="895" y="41"/>
                    <a:pt x="883" y="41"/>
                    <a:pt x="871" y="53"/>
                  </a:cubicBezTo>
                  <a:cubicBezTo>
                    <a:pt x="834" y="65"/>
                    <a:pt x="798" y="65"/>
                    <a:pt x="762" y="65"/>
                  </a:cubicBezTo>
                  <a:cubicBezTo>
                    <a:pt x="665" y="65"/>
                    <a:pt x="532" y="78"/>
                    <a:pt x="496" y="78"/>
                  </a:cubicBezTo>
                  <a:cubicBezTo>
                    <a:pt x="448" y="78"/>
                    <a:pt x="411" y="90"/>
                    <a:pt x="375" y="114"/>
                  </a:cubicBezTo>
                  <a:lnTo>
                    <a:pt x="351" y="114"/>
                  </a:lnTo>
                  <a:lnTo>
                    <a:pt x="37" y="295"/>
                  </a:lnTo>
                  <a:cubicBezTo>
                    <a:pt x="0" y="307"/>
                    <a:pt x="0" y="331"/>
                    <a:pt x="37" y="356"/>
                  </a:cubicBezTo>
                  <a:lnTo>
                    <a:pt x="387" y="585"/>
                  </a:lnTo>
                  <a:cubicBezTo>
                    <a:pt x="411" y="597"/>
                    <a:pt x="435" y="603"/>
                    <a:pt x="460" y="603"/>
                  </a:cubicBezTo>
                  <a:cubicBezTo>
                    <a:pt x="484" y="603"/>
                    <a:pt x="508" y="597"/>
                    <a:pt x="532" y="585"/>
                  </a:cubicBezTo>
                  <a:cubicBezTo>
                    <a:pt x="544" y="573"/>
                    <a:pt x="556" y="561"/>
                    <a:pt x="568" y="549"/>
                  </a:cubicBezTo>
                  <a:cubicBezTo>
                    <a:pt x="583" y="554"/>
                    <a:pt x="598" y="557"/>
                    <a:pt x="613" y="557"/>
                  </a:cubicBezTo>
                  <a:cubicBezTo>
                    <a:pt x="635" y="557"/>
                    <a:pt x="656" y="551"/>
                    <a:pt x="677" y="537"/>
                  </a:cubicBezTo>
                  <a:cubicBezTo>
                    <a:pt x="689" y="537"/>
                    <a:pt x="701" y="525"/>
                    <a:pt x="701" y="501"/>
                  </a:cubicBezTo>
                  <a:cubicBezTo>
                    <a:pt x="719" y="507"/>
                    <a:pt x="741" y="510"/>
                    <a:pt x="762" y="510"/>
                  </a:cubicBezTo>
                  <a:cubicBezTo>
                    <a:pt x="783" y="510"/>
                    <a:pt x="804" y="507"/>
                    <a:pt x="822" y="501"/>
                  </a:cubicBezTo>
                  <a:cubicBezTo>
                    <a:pt x="834" y="488"/>
                    <a:pt x="846" y="452"/>
                    <a:pt x="834" y="440"/>
                  </a:cubicBezTo>
                  <a:cubicBezTo>
                    <a:pt x="871" y="440"/>
                    <a:pt x="919" y="440"/>
                    <a:pt x="955" y="428"/>
                  </a:cubicBezTo>
                  <a:cubicBezTo>
                    <a:pt x="991" y="404"/>
                    <a:pt x="1004" y="368"/>
                    <a:pt x="955" y="343"/>
                  </a:cubicBezTo>
                  <a:lnTo>
                    <a:pt x="750" y="210"/>
                  </a:lnTo>
                  <a:cubicBezTo>
                    <a:pt x="774" y="210"/>
                    <a:pt x="883" y="186"/>
                    <a:pt x="907" y="186"/>
                  </a:cubicBezTo>
                  <a:cubicBezTo>
                    <a:pt x="931" y="174"/>
                    <a:pt x="967" y="162"/>
                    <a:pt x="991" y="150"/>
                  </a:cubicBezTo>
                  <a:cubicBezTo>
                    <a:pt x="1016" y="138"/>
                    <a:pt x="1040" y="126"/>
                    <a:pt x="1052" y="102"/>
                  </a:cubicBezTo>
                  <a:cubicBezTo>
                    <a:pt x="1076" y="65"/>
                    <a:pt x="1088" y="29"/>
                    <a:pt x="1040" y="17"/>
                  </a:cubicBezTo>
                  <a:cubicBezTo>
                    <a:pt x="1018" y="6"/>
                    <a:pt x="996" y="0"/>
                    <a:pt x="9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4" name="Google Shape;2249;p60">
              <a:extLst>
                <a:ext uri="{FF2B5EF4-FFF2-40B4-BE49-F238E27FC236}">
                  <a16:creationId xmlns:a16="http://schemas.microsoft.com/office/drawing/2014/main" id="{CDA2CEC6-1366-BA18-A0D6-A575F99653C3}"/>
                </a:ext>
              </a:extLst>
            </p:cNvPr>
            <p:cNvSpPr/>
            <p:nvPr/>
          </p:nvSpPr>
          <p:spPr>
            <a:xfrm>
              <a:off x="817424" y="2146319"/>
              <a:ext cx="234144" cy="191756"/>
            </a:xfrm>
            <a:custGeom>
              <a:avLst/>
              <a:gdLst/>
              <a:ahLst/>
              <a:cxnLst/>
              <a:rect l="l" t="t" r="r" b="b"/>
              <a:pathLst>
                <a:path w="3712" h="3040" extrusionOk="0">
                  <a:moveTo>
                    <a:pt x="2021" y="1"/>
                  </a:moveTo>
                  <a:cubicBezTo>
                    <a:pt x="1736" y="1"/>
                    <a:pt x="1439" y="72"/>
                    <a:pt x="1161" y="221"/>
                  </a:cubicBezTo>
                  <a:cubicBezTo>
                    <a:pt x="351" y="656"/>
                    <a:pt x="1" y="1587"/>
                    <a:pt x="388" y="2300"/>
                  </a:cubicBezTo>
                  <a:cubicBezTo>
                    <a:pt x="642" y="2777"/>
                    <a:pt x="1148" y="3040"/>
                    <a:pt x="1694" y="3040"/>
                  </a:cubicBezTo>
                  <a:cubicBezTo>
                    <a:pt x="1979" y="3040"/>
                    <a:pt x="2274" y="2969"/>
                    <a:pt x="2551" y="2820"/>
                  </a:cubicBezTo>
                  <a:cubicBezTo>
                    <a:pt x="3361" y="2385"/>
                    <a:pt x="3712" y="1454"/>
                    <a:pt x="3325" y="729"/>
                  </a:cubicBezTo>
                  <a:cubicBezTo>
                    <a:pt x="3071" y="260"/>
                    <a:pt x="2567" y="1"/>
                    <a:pt x="20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5" name="Google Shape;2250;p60">
              <a:extLst>
                <a:ext uri="{FF2B5EF4-FFF2-40B4-BE49-F238E27FC236}">
                  <a16:creationId xmlns:a16="http://schemas.microsoft.com/office/drawing/2014/main" id="{6DA52270-2292-CCA5-14C8-CDC8861B1293}"/>
                </a:ext>
              </a:extLst>
            </p:cNvPr>
            <p:cNvSpPr/>
            <p:nvPr/>
          </p:nvSpPr>
          <p:spPr>
            <a:xfrm>
              <a:off x="913490" y="2240430"/>
              <a:ext cx="60302" cy="77775"/>
            </a:xfrm>
            <a:custGeom>
              <a:avLst/>
              <a:gdLst/>
              <a:ahLst/>
              <a:cxnLst/>
              <a:rect l="l" t="t" r="r" b="b"/>
              <a:pathLst>
                <a:path w="956" h="1233" extrusionOk="0">
                  <a:moveTo>
                    <a:pt x="398" y="1"/>
                  </a:moveTo>
                  <a:cubicBezTo>
                    <a:pt x="374" y="1"/>
                    <a:pt x="351" y="4"/>
                    <a:pt x="327" y="10"/>
                  </a:cubicBezTo>
                  <a:cubicBezTo>
                    <a:pt x="110" y="83"/>
                    <a:pt x="1" y="397"/>
                    <a:pt x="85" y="736"/>
                  </a:cubicBezTo>
                  <a:cubicBezTo>
                    <a:pt x="159" y="1030"/>
                    <a:pt x="342" y="1233"/>
                    <a:pt x="532" y="1233"/>
                  </a:cubicBezTo>
                  <a:cubicBezTo>
                    <a:pt x="561" y="1233"/>
                    <a:pt x="589" y="1228"/>
                    <a:pt x="617" y="1219"/>
                  </a:cubicBezTo>
                  <a:cubicBezTo>
                    <a:pt x="835" y="1159"/>
                    <a:pt x="956" y="832"/>
                    <a:pt x="871" y="506"/>
                  </a:cubicBezTo>
                  <a:cubicBezTo>
                    <a:pt x="796" y="215"/>
                    <a:pt x="595" y="1"/>
                    <a:pt x="398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6" name="Google Shape;2251;p60">
              <a:extLst>
                <a:ext uri="{FF2B5EF4-FFF2-40B4-BE49-F238E27FC236}">
                  <a16:creationId xmlns:a16="http://schemas.microsoft.com/office/drawing/2014/main" id="{9D5AABED-E378-DB56-C0C0-1F265B767D06}"/>
                </a:ext>
              </a:extLst>
            </p:cNvPr>
            <p:cNvSpPr/>
            <p:nvPr/>
          </p:nvSpPr>
          <p:spPr>
            <a:xfrm>
              <a:off x="867759" y="2211288"/>
              <a:ext cx="31350" cy="42199"/>
            </a:xfrm>
            <a:custGeom>
              <a:avLst/>
              <a:gdLst/>
              <a:ahLst/>
              <a:cxnLst/>
              <a:rect l="l" t="t" r="r" b="b"/>
              <a:pathLst>
                <a:path w="497" h="669" extrusionOk="0">
                  <a:moveTo>
                    <a:pt x="270" y="0"/>
                  </a:moveTo>
                  <a:cubicBezTo>
                    <a:pt x="265" y="0"/>
                    <a:pt x="260" y="0"/>
                    <a:pt x="254" y="1"/>
                  </a:cubicBezTo>
                  <a:cubicBezTo>
                    <a:pt x="97" y="49"/>
                    <a:pt x="1" y="206"/>
                    <a:pt x="25" y="364"/>
                  </a:cubicBezTo>
                  <a:cubicBezTo>
                    <a:pt x="36" y="542"/>
                    <a:pt x="129" y="669"/>
                    <a:pt x="248" y="669"/>
                  </a:cubicBezTo>
                  <a:cubicBezTo>
                    <a:pt x="258" y="669"/>
                    <a:pt x="268" y="668"/>
                    <a:pt x="279" y="666"/>
                  </a:cubicBezTo>
                  <a:cubicBezTo>
                    <a:pt x="400" y="654"/>
                    <a:pt x="496" y="484"/>
                    <a:pt x="496" y="303"/>
                  </a:cubicBezTo>
                  <a:cubicBezTo>
                    <a:pt x="485" y="129"/>
                    <a:pt x="384" y="0"/>
                    <a:pt x="270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7" name="Google Shape;2252;p60">
              <a:extLst>
                <a:ext uri="{FF2B5EF4-FFF2-40B4-BE49-F238E27FC236}">
                  <a16:creationId xmlns:a16="http://schemas.microsoft.com/office/drawing/2014/main" id="{ACEB6C11-2EEB-BB33-6539-7CDDCC25A61D}"/>
                </a:ext>
              </a:extLst>
            </p:cNvPr>
            <p:cNvSpPr/>
            <p:nvPr/>
          </p:nvSpPr>
          <p:spPr>
            <a:xfrm>
              <a:off x="857856" y="2179561"/>
              <a:ext cx="35134" cy="20374"/>
            </a:xfrm>
            <a:custGeom>
              <a:avLst/>
              <a:gdLst/>
              <a:ahLst/>
              <a:cxnLst/>
              <a:rect l="l" t="t" r="r" b="b"/>
              <a:pathLst>
                <a:path w="557" h="323" extrusionOk="0">
                  <a:moveTo>
                    <a:pt x="366" y="0"/>
                  </a:moveTo>
                  <a:cubicBezTo>
                    <a:pt x="329" y="0"/>
                    <a:pt x="291" y="7"/>
                    <a:pt x="254" y="20"/>
                  </a:cubicBezTo>
                  <a:cubicBezTo>
                    <a:pt x="133" y="57"/>
                    <a:pt x="49" y="141"/>
                    <a:pt x="13" y="262"/>
                  </a:cubicBezTo>
                  <a:cubicBezTo>
                    <a:pt x="1" y="286"/>
                    <a:pt x="25" y="323"/>
                    <a:pt x="49" y="323"/>
                  </a:cubicBezTo>
                  <a:lnTo>
                    <a:pt x="73" y="323"/>
                  </a:lnTo>
                  <a:cubicBezTo>
                    <a:pt x="85" y="311"/>
                    <a:pt x="97" y="298"/>
                    <a:pt x="109" y="286"/>
                  </a:cubicBezTo>
                  <a:cubicBezTo>
                    <a:pt x="133" y="202"/>
                    <a:pt x="194" y="129"/>
                    <a:pt x="266" y="105"/>
                  </a:cubicBezTo>
                  <a:cubicBezTo>
                    <a:pt x="291" y="97"/>
                    <a:pt x="315" y="93"/>
                    <a:pt x="338" y="93"/>
                  </a:cubicBezTo>
                  <a:cubicBezTo>
                    <a:pt x="385" y="93"/>
                    <a:pt x="428" y="109"/>
                    <a:pt x="460" y="141"/>
                  </a:cubicBezTo>
                  <a:cubicBezTo>
                    <a:pt x="467" y="145"/>
                    <a:pt x="475" y="146"/>
                    <a:pt x="483" y="146"/>
                  </a:cubicBezTo>
                  <a:cubicBezTo>
                    <a:pt x="503" y="146"/>
                    <a:pt x="524" y="138"/>
                    <a:pt x="532" y="129"/>
                  </a:cubicBezTo>
                  <a:cubicBezTo>
                    <a:pt x="557" y="105"/>
                    <a:pt x="557" y="81"/>
                    <a:pt x="532" y="57"/>
                  </a:cubicBezTo>
                  <a:cubicBezTo>
                    <a:pt x="487" y="19"/>
                    <a:pt x="428" y="0"/>
                    <a:pt x="366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8" name="Google Shape;2253;p60">
              <a:extLst>
                <a:ext uri="{FF2B5EF4-FFF2-40B4-BE49-F238E27FC236}">
                  <a16:creationId xmlns:a16="http://schemas.microsoft.com/office/drawing/2014/main" id="{DB4F342F-958E-9861-533E-FFBA46B210FB}"/>
                </a:ext>
              </a:extLst>
            </p:cNvPr>
            <p:cNvSpPr/>
            <p:nvPr/>
          </p:nvSpPr>
          <p:spPr>
            <a:xfrm>
              <a:off x="955436" y="2186057"/>
              <a:ext cx="37405" cy="39487"/>
            </a:xfrm>
            <a:custGeom>
              <a:avLst/>
              <a:gdLst/>
              <a:ahLst/>
              <a:cxnLst/>
              <a:rect l="l" t="t" r="r" b="b"/>
              <a:pathLst>
                <a:path w="593" h="626" extrusionOk="0">
                  <a:moveTo>
                    <a:pt x="242" y="1"/>
                  </a:moveTo>
                  <a:cubicBezTo>
                    <a:pt x="217" y="1"/>
                    <a:pt x="193" y="5"/>
                    <a:pt x="170" y="14"/>
                  </a:cubicBezTo>
                  <a:cubicBezTo>
                    <a:pt x="37" y="111"/>
                    <a:pt x="1" y="280"/>
                    <a:pt x="85" y="413"/>
                  </a:cubicBezTo>
                  <a:cubicBezTo>
                    <a:pt x="142" y="545"/>
                    <a:pt x="250" y="626"/>
                    <a:pt x="353" y="626"/>
                  </a:cubicBezTo>
                  <a:cubicBezTo>
                    <a:pt x="381" y="626"/>
                    <a:pt x="409" y="620"/>
                    <a:pt x="436" y="606"/>
                  </a:cubicBezTo>
                  <a:cubicBezTo>
                    <a:pt x="557" y="522"/>
                    <a:pt x="593" y="340"/>
                    <a:pt x="520" y="208"/>
                  </a:cubicBezTo>
                  <a:cubicBezTo>
                    <a:pt x="462" y="80"/>
                    <a:pt x="347" y="1"/>
                    <a:pt x="242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9" name="Google Shape;2254;p60">
              <a:extLst>
                <a:ext uri="{FF2B5EF4-FFF2-40B4-BE49-F238E27FC236}">
                  <a16:creationId xmlns:a16="http://schemas.microsoft.com/office/drawing/2014/main" id="{E5047C20-24E9-B584-7C94-B64749A28B11}"/>
                </a:ext>
              </a:extLst>
            </p:cNvPr>
            <p:cNvSpPr/>
            <p:nvPr/>
          </p:nvSpPr>
          <p:spPr>
            <a:xfrm>
              <a:off x="945533" y="2154014"/>
              <a:ext cx="36648" cy="17283"/>
            </a:xfrm>
            <a:custGeom>
              <a:avLst/>
              <a:gdLst/>
              <a:ahLst/>
              <a:cxnLst/>
              <a:rect l="l" t="t" r="r" b="b"/>
              <a:pathLst>
                <a:path w="581" h="274" extrusionOk="0">
                  <a:moveTo>
                    <a:pt x="319" y="0"/>
                  </a:moveTo>
                  <a:cubicBezTo>
                    <a:pt x="289" y="0"/>
                    <a:pt x="259" y="5"/>
                    <a:pt x="230" y="14"/>
                  </a:cubicBezTo>
                  <a:cubicBezTo>
                    <a:pt x="133" y="51"/>
                    <a:pt x="49" y="123"/>
                    <a:pt x="13" y="208"/>
                  </a:cubicBezTo>
                  <a:cubicBezTo>
                    <a:pt x="1" y="232"/>
                    <a:pt x="13" y="268"/>
                    <a:pt x="37" y="268"/>
                  </a:cubicBezTo>
                  <a:cubicBezTo>
                    <a:pt x="43" y="272"/>
                    <a:pt x="50" y="273"/>
                    <a:pt x="56" y="273"/>
                  </a:cubicBezTo>
                  <a:cubicBezTo>
                    <a:pt x="73" y="273"/>
                    <a:pt x="88" y="262"/>
                    <a:pt x="97" y="244"/>
                  </a:cubicBezTo>
                  <a:cubicBezTo>
                    <a:pt x="133" y="184"/>
                    <a:pt x="182" y="135"/>
                    <a:pt x="254" y="111"/>
                  </a:cubicBezTo>
                  <a:cubicBezTo>
                    <a:pt x="276" y="105"/>
                    <a:pt x="298" y="102"/>
                    <a:pt x="319" y="102"/>
                  </a:cubicBezTo>
                  <a:cubicBezTo>
                    <a:pt x="381" y="102"/>
                    <a:pt x="439" y="127"/>
                    <a:pt x="484" y="172"/>
                  </a:cubicBezTo>
                  <a:cubicBezTo>
                    <a:pt x="496" y="184"/>
                    <a:pt x="508" y="184"/>
                    <a:pt x="532" y="184"/>
                  </a:cubicBezTo>
                  <a:cubicBezTo>
                    <a:pt x="544" y="184"/>
                    <a:pt x="544" y="172"/>
                    <a:pt x="556" y="172"/>
                  </a:cubicBezTo>
                  <a:cubicBezTo>
                    <a:pt x="581" y="147"/>
                    <a:pt x="581" y="123"/>
                    <a:pt x="556" y="99"/>
                  </a:cubicBezTo>
                  <a:cubicBezTo>
                    <a:pt x="494" y="37"/>
                    <a:pt x="405" y="0"/>
                    <a:pt x="319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0" name="Google Shape;2255;p60">
              <a:extLst>
                <a:ext uri="{FF2B5EF4-FFF2-40B4-BE49-F238E27FC236}">
                  <a16:creationId xmlns:a16="http://schemas.microsoft.com/office/drawing/2014/main" id="{F470AAFD-AB87-81DF-1E97-10A72603FCD8}"/>
                </a:ext>
              </a:extLst>
            </p:cNvPr>
            <p:cNvSpPr/>
            <p:nvPr/>
          </p:nvSpPr>
          <p:spPr>
            <a:xfrm>
              <a:off x="1149838" y="1942076"/>
              <a:ext cx="202100" cy="174031"/>
            </a:xfrm>
            <a:custGeom>
              <a:avLst/>
              <a:gdLst/>
              <a:ahLst/>
              <a:cxnLst/>
              <a:rect l="l" t="t" r="r" b="b"/>
              <a:pathLst>
                <a:path w="3204" h="2759" extrusionOk="0">
                  <a:moveTo>
                    <a:pt x="1581" y="1"/>
                  </a:moveTo>
                  <a:cubicBezTo>
                    <a:pt x="744" y="1"/>
                    <a:pt x="48" y="580"/>
                    <a:pt x="25" y="1320"/>
                  </a:cubicBezTo>
                  <a:cubicBezTo>
                    <a:pt x="1" y="2081"/>
                    <a:pt x="690" y="2722"/>
                    <a:pt x="1560" y="2758"/>
                  </a:cubicBezTo>
                  <a:cubicBezTo>
                    <a:pt x="1577" y="2759"/>
                    <a:pt x="1594" y="2759"/>
                    <a:pt x="1611" y="2759"/>
                  </a:cubicBezTo>
                  <a:cubicBezTo>
                    <a:pt x="2459" y="2759"/>
                    <a:pt x="3156" y="2175"/>
                    <a:pt x="3180" y="1429"/>
                  </a:cubicBezTo>
                  <a:cubicBezTo>
                    <a:pt x="3204" y="679"/>
                    <a:pt x="2527" y="39"/>
                    <a:pt x="1657" y="2"/>
                  </a:cubicBezTo>
                  <a:cubicBezTo>
                    <a:pt x="1631" y="1"/>
                    <a:pt x="1606" y="1"/>
                    <a:pt x="1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1" name="Google Shape;2256;p60">
              <a:extLst>
                <a:ext uri="{FF2B5EF4-FFF2-40B4-BE49-F238E27FC236}">
                  <a16:creationId xmlns:a16="http://schemas.microsoft.com/office/drawing/2014/main" id="{FD32037F-F0F1-729D-DD42-DFC19132F156}"/>
                </a:ext>
              </a:extLst>
            </p:cNvPr>
            <p:cNvSpPr/>
            <p:nvPr/>
          </p:nvSpPr>
          <p:spPr>
            <a:xfrm>
              <a:off x="1175006" y="2003134"/>
              <a:ext cx="151008" cy="82505"/>
            </a:xfrm>
            <a:custGeom>
              <a:avLst/>
              <a:gdLst/>
              <a:ahLst/>
              <a:cxnLst/>
              <a:rect l="l" t="t" r="r" b="b"/>
              <a:pathLst>
                <a:path w="2394" h="1308" extrusionOk="0">
                  <a:moveTo>
                    <a:pt x="1077" y="1"/>
                  </a:moveTo>
                  <a:cubicBezTo>
                    <a:pt x="733" y="1"/>
                    <a:pt x="389" y="34"/>
                    <a:pt x="49" y="98"/>
                  </a:cubicBezTo>
                  <a:cubicBezTo>
                    <a:pt x="37" y="158"/>
                    <a:pt x="25" y="207"/>
                    <a:pt x="25" y="267"/>
                  </a:cubicBezTo>
                  <a:cubicBezTo>
                    <a:pt x="1" y="823"/>
                    <a:pt x="520" y="1295"/>
                    <a:pt x="1173" y="1307"/>
                  </a:cubicBezTo>
                  <a:cubicBezTo>
                    <a:pt x="1191" y="1307"/>
                    <a:pt x="1209" y="1308"/>
                    <a:pt x="1226" y="1308"/>
                  </a:cubicBezTo>
                  <a:cubicBezTo>
                    <a:pt x="1856" y="1308"/>
                    <a:pt x="2382" y="893"/>
                    <a:pt x="2394" y="352"/>
                  </a:cubicBezTo>
                  <a:cubicBezTo>
                    <a:pt x="2394" y="291"/>
                    <a:pt x="2394" y="231"/>
                    <a:pt x="2382" y="170"/>
                  </a:cubicBezTo>
                  <a:cubicBezTo>
                    <a:pt x="1955" y="55"/>
                    <a:pt x="1516" y="1"/>
                    <a:pt x="1077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2" name="Google Shape;2257;p60">
              <a:extLst>
                <a:ext uri="{FF2B5EF4-FFF2-40B4-BE49-F238E27FC236}">
                  <a16:creationId xmlns:a16="http://schemas.microsoft.com/office/drawing/2014/main" id="{12C5FDD7-0A7B-4E31-1EB4-DF0168A438AA}"/>
                </a:ext>
              </a:extLst>
            </p:cNvPr>
            <p:cNvSpPr/>
            <p:nvPr/>
          </p:nvSpPr>
          <p:spPr>
            <a:xfrm>
              <a:off x="1191027" y="2042810"/>
              <a:ext cx="120541" cy="42956"/>
            </a:xfrm>
            <a:custGeom>
              <a:avLst/>
              <a:gdLst/>
              <a:ahLst/>
              <a:cxnLst/>
              <a:rect l="l" t="t" r="r" b="b"/>
              <a:pathLst>
                <a:path w="1911" h="681" extrusionOk="0">
                  <a:moveTo>
                    <a:pt x="922" y="0"/>
                  </a:moveTo>
                  <a:cubicBezTo>
                    <a:pt x="601" y="0"/>
                    <a:pt x="281" y="85"/>
                    <a:pt x="0" y="255"/>
                  </a:cubicBezTo>
                  <a:cubicBezTo>
                    <a:pt x="230" y="520"/>
                    <a:pt x="569" y="678"/>
                    <a:pt x="919" y="678"/>
                  </a:cubicBezTo>
                  <a:cubicBezTo>
                    <a:pt x="946" y="679"/>
                    <a:pt x="973" y="680"/>
                    <a:pt x="1000" y="680"/>
                  </a:cubicBezTo>
                  <a:cubicBezTo>
                    <a:pt x="1346" y="680"/>
                    <a:pt x="1675" y="538"/>
                    <a:pt x="1910" y="291"/>
                  </a:cubicBezTo>
                  <a:cubicBezTo>
                    <a:pt x="1610" y="97"/>
                    <a:pt x="1265" y="0"/>
                    <a:pt x="922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3" name="Google Shape;2258;p60">
              <a:extLst>
                <a:ext uri="{FF2B5EF4-FFF2-40B4-BE49-F238E27FC236}">
                  <a16:creationId xmlns:a16="http://schemas.microsoft.com/office/drawing/2014/main" id="{413B1372-B373-8189-698A-17536DFA95CB}"/>
                </a:ext>
              </a:extLst>
            </p:cNvPr>
            <p:cNvSpPr/>
            <p:nvPr/>
          </p:nvSpPr>
          <p:spPr>
            <a:xfrm>
              <a:off x="1277947" y="1974182"/>
              <a:ext cx="45037" cy="24033"/>
            </a:xfrm>
            <a:custGeom>
              <a:avLst/>
              <a:gdLst/>
              <a:ahLst/>
              <a:cxnLst/>
              <a:rect l="l" t="t" r="r" b="b"/>
              <a:pathLst>
                <a:path w="714" h="381" extrusionOk="0">
                  <a:moveTo>
                    <a:pt x="484" y="1"/>
                  </a:moveTo>
                  <a:lnTo>
                    <a:pt x="37" y="146"/>
                  </a:lnTo>
                  <a:cubicBezTo>
                    <a:pt x="12" y="146"/>
                    <a:pt x="0" y="170"/>
                    <a:pt x="0" y="182"/>
                  </a:cubicBezTo>
                  <a:cubicBezTo>
                    <a:pt x="0" y="206"/>
                    <a:pt x="12" y="218"/>
                    <a:pt x="37" y="231"/>
                  </a:cubicBezTo>
                  <a:lnTo>
                    <a:pt x="629" y="376"/>
                  </a:lnTo>
                  <a:lnTo>
                    <a:pt x="641" y="376"/>
                  </a:lnTo>
                  <a:cubicBezTo>
                    <a:pt x="647" y="379"/>
                    <a:pt x="654" y="380"/>
                    <a:pt x="660" y="380"/>
                  </a:cubicBezTo>
                  <a:cubicBezTo>
                    <a:pt x="677" y="380"/>
                    <a:pt x="693" y="369"/>
                    <a:pt x="701" y="351"/>
                  </a:cubicBezTo>
                  <a:cubicBezTo>
                    <a:pt x="713" y="327"/>
                    <a:pt x="689" y="303"/>
                    <a:pt x="665" y="291"/>
                  </a:cubicBezTo>
                  <a:lnTo>
                    <a:pt x="218" y="182"/>
                  </a:lnTo>
                  <a:lnTo>
                    <a:pt x="520" y="86"/>
                  </a:lnTo>
                  <a:cubicBezTo>
                    <a:pt x="544" y="86"/>
                    <a:pt x="556" y="49"/>
                    <a:pt x="544" y="25"/>
                  </a:cubicBezTo>
                  <a:cubicBezTo>
                    <a:pt x="532" y="13"/>
                    <a:pt x="508" y="1"/>
                    <a:pt x="484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4" name="Google Shape;2259;p60">
              <a:extLst>
                <a:ext uri="{FF2B5EF4-FFF2-40B4-BE49-F238E27FC236}">
                  <a16:creationId xmlns:a16="http://schemas.microsoft.com/office/drawing/2014/main" id="{CEA6D806-9161-58E8-02B2-3998ED29D3BD}"/>
                </a:ext>
              </a:extLst>
            </p:cNvPr>
            <p:cNvSpPr/>
            <p:nvPr/>
          </p:nvSpPr>
          <p:spPr>
            <a:xfrm>
              <a:off x="1182638" y="1970082"/>
              <a:ext cx="44280" cy="23276"/>
            </a:xfrm>
            <a:custGeom>
              <a:avLst/>
              <a:gdLst/>
              <a:ahLst/>
              <a:cxnLst/>
              <a:rect l="l" t="t" r="r" b="b"/>
              <a:pathLst>
                <a:path w="702" h="369" extrusionOk="0">
                  <a:moveTo>
                    <a:pt x="211" y="1"/>
                  </a:moveTo>
                  <a:cubicBezTo>
                    <a:pt x="194" y="1"/>
                    <a:pt x="179" y="12"/>
                    <a:pt x="170" y="30"/>
                  </a:cubicBezTo>
                  <a:cubicBezTo>
                    <a:pt x="158" y="54"/>
                    <a:pt x="170" y="78"/>
                    <a:pt x="194" y="78"/>
                  </a:cubicBezTo>
                  <a:lnTo>
                    <a:pt x="496" y="199"/>
                  </a:lnTo>
                  <a:lnTo>
                    <a:pt x="49" y="283"/>
                  </a:lnTo>
                  <a:cubicBezTo>
                    <a:pt x="25" y="283"/>
                    <a:pt x="1" y="308"/>
                    <a:pt x="13" y="332"/>
                  </a:cubicBezTo>
                  <a:cubicBezTo>
                    <a:pt x="13" y="356"/>
                    <a:pt x="37" y="368"/>
                    <a:pt x="49" y="368"/>
                  </a:cubicBezTo>
                  <a:lnTo>
                    <a:pt x="61" y="368"/>
                  </a:lnTo>
                  <a:lnTo>
                    <a:pt x="665" y="259"/>
                  </a:lnTo>
                  <a:cubicBezTo>
                    <a:pt x="689" y="247"/>
                    <a:pt x="702" y="235"/>
                    <a:pt x="702" y="223"/>
                  </a:cubicBezTo>
                  <a:cubicBezTo>
                    <a:pt x="702" y="199"/>
                    <a:pt x="689" y="175"/>
                    <a:pt x="677" y="175"/>
                  </a:cubicBezTo>
                  <a:lnTo>
                    <a:pt x="230" y="5"/>
                  </a:ln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5" name="Google Shape;2260;p60">
              <a:extLst>
                <a:ext uri="{FF2B5EF4-FFF2-40B4-BE49-F238E27FC236}">
                  <a16:creationId xmlns:a16="http://schemas.microsoft.com/office/drawing/2014/main" id="{6E8A3A8C-4D32-1847-9143-31397D0B953F}"/>
                </a:ext>
              </a:extLst>
            </p:cNvPr>
            <p:cNvSpPr/>
            <p:nvPr/>
          </p:nvSpPr>
          <p:spPr>
            <a:xfrm>
              <a:off x="1088843" y="1064737"/>
              <a:ext cx="248652" cy="231621"/>
            </a:xfrm>
            <a:custGeom>
              <a:avLst/>
              <a:gdLst/>
              <a:ahLst/>
              <a:cxnLst/>
              <a:rect l="l" t="t" r="r" b="b"/>
              <a:pathLst>
                <a:path w="3942" h="3672" extrusionOk="0">
                  <a:moveTo>
                    <a:pt x="1927" y="0"/>
                  </a:moveTo>
                  <a:cubicBezTo>
                    <a:pt x="1765" y="0"/>
                    <a:pt x="1601" y="23"/>
                    <a:pt x="1439" y="72"/>
                  </a:cubicBezTo>
                  <a:cubicBezTo>
                    <a:pt x="508" y="350"/>
                    <a:pt x="1" y="1365"/>
                    <a:pt x="291" y="2332"/>
                  </a:cubicBezTo>
                  <a:cubicBezTo>
                    <a:pt x="531" y="3143"/>
                    <a:pt x="1252" y="3672"/>
                    <a:pt x="2021" y="3672"/>
                  </a:cubicBezTo>
                  <a:cubicBezTo>
                    <a:pt x="2181" y="3672"/>
                    <a:pt x="2343" y="3649"/>
                    <a:pt x="2503" y="3601"/>
                  </a:cubicBezTo>
                  <a:cubicBezTo>
                    <a:pt x="3433" y="3323"/>
                    <a:pt x="3941" y="2308"/>
                    <a:pt x="3651" y="1329"/>
                  </a:cubicBezTo>
                  <a:cubicBezTo>
                    <a:pt x="3411" y="520"/>
                    <a:pt x="2694" y="0"/>
                    <a:pt x="19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6" name="Google Shape;2261;p60">
              <a:extLst>
                <a:ext uri="{FF2B5EF4-FFF2-40B4-BE49-F238E27FC236}">
                  <a16:creationId xmlns:a16="http://schemas.microsoft.com/office/drawing/2014/main" id="{3F80AC2B-65C3-2719-C040-EB5E6AA59215}"/>
                </a:ext>
              </a:extLst>
            </p:cNvPr>
            <p:cNvSpPr/>
            <p:nvPr/>
          </p:nvSpPr>
          <p:spPr>
            <a:xfrm>
              <a:off x="1127761" y="1134059"/>
              <a:ext cx="177689" cy="123821"/>
            </a:xfrm>
            <a:custGeom>
              <a:avLst/>
              <a:gdLst/>
              <a:ahLst/>
              <a:cxnLst/>
              <a:rect l="l" t="t" r="r" b="b"/>
              <a:pathLst>
                <a:path w="2817" h="1963" extrusionOk="0">
                  <a:moveTo>
                    <a:pt x="2490" y="0"/>
                  </a:moveTo>
                  <a:cubicBezTo>
                    <a:pt x="1608" y="24"/>
                    <a:pt x="750" y="290"/>
                    <a:pt x="0" y="774"/>
                  </a:cubicBezTo>
                  <a:cubicBezTo>
                    <a:pt x="12" y="834"/>
                    <a:pt x="24" y="907"/>
                    <a:pt x="49" y="979"/>
                  </a:cubicBezTo>
                  <a:cubicBezTo>
                    <a:pt x="208" y="1578"/>
                    <a:pt x="747" y="1963"/>
                    <a:pt x="1332" y="1963"/>
                  </a:cubicBezTo>
                  <a:cubicBezTo>
                    <a:pt x="1455" y="1963"/>
                    <a:pt x="1580" y="1946"/>
                    <a:pt x="1704" y="1910"/>
                  </a:cubicBezTo>
                  <a:cubicBezTo>
                    <a:pt x="2418" y="1692"/>
                    <a:pt x="2816" y="931"/>
                    <a:pt x="2575" y="230"/>
                  </a:cubicBezTo>
                  <a:cubicBezTo>
                    <a:pt x="2551" y="145"/>
                    <a:pt x="2526" y="73"/>
                    <a:pt x="2490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7" name="Google Shape;2262;p60">
              <a:extLst>
                <a:ext uri="{FF2B5EF4-FFF2-40B4-BE49-F238E27FC236}">
                  <a16:creationId xmlns:a16="http://schemas.microsoft.com/office/drawing/2014/main" id="{4A07582A-8A1D-42BE-F215-7C8E556F3BFC}"/>
                </a:ext>
              </a:extLst>
            </p:cNvPr>
            <p:cNvSpPr/>
            <p:nvPr/>
          </p:nvSpPr>
          <p:spPr>
            <a:xfrm>
              <a:off x="1162832" y="1192531"/>
              <a:ext cx="127353" cy="65159"/>
            </a:xfrm>
            <a:custGeom>
              <a:avLst/>
              <a:gdLst/>
              <a:ahLst/>
              <a:cxnLst/>
              <a:rect l="l" t="t" r="r" b="b"/>
              <a:pathLst>
                <a:path w="2019" h="1033" extrusionOk="0">
                  <a:moveTo>
                    <a:pt x="1440" y="1"/>
                  </a:moveTo>
                  <a:cubicBezTo>
                    <a:pt x="872" y="1"/>
                    <a:pt x="325" y="281"/>
                    <a:pt x="0" y="777"/>
                  </a:cubicBezTo>
                  <a:cubicBezTo>
                    <a:pt x="234" y="951"/>
                    <a:pt x="502" y="1032"/>
                    <a:pt x="766" y="1032"/>
                  </a:cubicBezTo>
                  <a:cubicBezTo>
                    <a:pt x="1311" y="1032"/>
                    <a:pt x="1840" y="690"/>
                    <a:pt x="2019" y="113"/>
                  </a:cubicBezTo>
                  <a:lnTo>
                    <a:pt x="2019" y="101"/>
                  </a:lnTo>
                  <a:cubicBezTo>
                    <a:pt x="1829" y="33"/>
                    <a:pt x="1633" y="1"/>
                    <a:pt x="1440" y="1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8" name="Google Shape;2263;p60">
              <a:extLst>
                <a:ext uri="{FF2B5EF4-FFF2-40B4-BE49-F238E27FC236}">
                  <a16:creationId xmlns:a16="http://schemas.microsoft.com/office/drawing/2014/main" id="{C44F542B-FFD2-D89C-C92A-455F81C3885D}"/>
                </a:ext>
              </a:extLst>
            </p:cNvPr>
            <p:cNvSpPr/>
            <p:nvPr/>
          </p:nvSpPr>
          <p:spPr>
            <a:xfrm>
              <a:off x="1222313" y="1089337"/>
              <a:ext cx="51093" cy="28763"/>
            </a:xfrm>
            <a:custGeom>
              <a:avLst/>
              <a:gdLst/>
              <a:ahLst/>
              <a:cxnLst/>
              <a:rect l="l" t="t" r="r" b="b"/>
              <a:pathLst>
                <a:path w="810" h="456" extrusionOk="0">
                  <a:moveTo>
                    <a:pt x="477" y="0"/>
                  </a:moveTo>
                  <a:cubicBezTo>
                    <a:pt x="467" y="0"/>
                    <a:pt x="457" y="3"/>
                    <a:pt x="447" y="8"/>
                  </a:cubicBezTo>
                  <a:lnTo>
                    <a:pt x="24" y="347"/>
                  </a:lnTo>
                  <a:cubicBezTo>
                    <a:pt x="12" y="359"/>
                    <a:pt x="0" y="383"/>
                    <a:pt x="12" y="407"/>
                  </a:cubicBezTo>
                  <a:cubicBezTo>
                    <a:pt x="24" y="431"/>
                    <a:pt x="36" y="443"/>
                    <a:pt x="60" y="455"/>
                  </a:cubicBezTo>
                  <a:lnTo>
                    <a:pt x="749" y="431"/>
                  </a:lnTo>
                  <a:lnTo>
                    <a:pt x="774" y="431"/>
                  </a:lnTo>
                  <a:cubicBezTo>
                    <a:pt x="798" y="419"/>
                    <a:pt x="810" y="395"/>
                    <a:pt x="810" y="371"/>
                  </a:cubicBezTo>
                  <a:cubicBezTo>
                    <a:pt x="810" y="334"/>
                    <a:pt x="774" y="310"/>
                    <a:pt x="749" y="310"/>
                  </a:cubicBezTo>
                  <a:lnTo>
                    <a:pt x="230" y="334"/>
                  </a:lnTo>
                  <a:lnTo>
                    <a:pt x="508" y="105"/>
                  </a:lnTo>
                  <a:cubicBezTo>
                    <a:pt x="532" y="81"/>
                    <a:pt x="544" y="44"/>
                    <a:pt x="520" y="20"/>
                  </a:cubicBezTo>
                  <a:cubicBezTo>
                    <a:pt x="506" y="6"/>
                    <a:pt x="491" y="0"/>
                    <a:pt x="477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9" name="Google Shape;2264;p60">
              <a:extLst>
                <a:ext uri="{FF2B5EF4-FFF2-40B4-BE49-F238E27FC236}">
                  <a16:creationId xmlns:a16="http://schemas.microsoft.com/office/drawing/2014/main" id="{73DE4879-B44B-5B1E-4367-4E9472E0AA5B}"/>
                </a:ext>
              </a:extLst>
            </p:cNvPr>
            <p:cNvSpPr/>
            <p:nvPr/>
          </p:nvSpPr>
          <p:spPr>
            <a:xfrm>
              <a:off x="1124671" y="1124913"/>
              <a:ext cx="45100" cy="33873"/>
            </a:xfrm>
            <a:custGeom>
              <a:avLst/>
              <a:gdLst/>
              <a:ahLst/>
              <a:cxnLst/>
              <a:rect l="l" t="t" r="r" b="b"/>
              <a:pathLst>
                <a:path w="715" h="537" extrusionOk="0">
                  <a:moveTo>
                    <a:pt x="122" y="0"/>
                  </a:moveTo>
                  <a:cubicBezTo>
                    <a:pt x="86" y="0"/>
                    <a:pt x="61" y="24"/>
                    <a:pt x="61" y="61"/>
                  </a:cubicBezTo>
                  <a:cubicBezTo>
                    <a:pt x="61" y="85"/>
                    <a:pt x="86" y="121"/>
                    <a:pt x="110" y="121"/>
                  </a:cubicBezTo>
                  <a:lnTo>
                    <a:pt x="472" y="157"/>
                  </a:lnTo>
                  <a:lnTo>
                    <a:pt x="37" y="423"/>
                  </a:lnTo>
                  <a:cubicBezTo>
                    <a:pt x="13" y="447"/>
                    <a:pt x="1" y="484"/>
                    <a:pt x="13" y="508"/>
                  </a:cubicBezTo>
                  <a:cubicBezTo>
                    <a:pt x="22" y="525"/>
                    <a:pt x="37" y="537"/>
                    <a:pt x="54" y="537"/>
                  </a:cubicBezTo>
                  <a:cubicBezTo>
                    <a:pt x="60" y="537"/>
                    <a:pt x="67" y="535"/>
                    <a:pt x="73" y="532"/>
                  </a:cubicBezTo>
                  <a:lnTo>
                    <a:pt x="86" y="532"/>
                  </a:lnTo>
                  <a:lnTo>
                    <a:pt x="678" y="169"/>
                  </a:lnTo>
                  <a:cubicBezTo>
                    <a:pt x="702" y="157"/>
                    <a:pt x="714" y="133"/>
                    <a:pt x="702" y="109"/>
                  </a:cubicBezTo>
                  <a:cubicBezTo>
                    <a:pt x="702" y="85"/>
                    <a:pt x="678" y="61"/>
                    <a:pt x="654" y="61"/>
                  </a:cubicBezTo>
                  <a:lnTo>
                    <a:pt x="122" y="0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0" name="Google Shape;2265;p60">
              <a:extLst>
                <a:ext uri="{FF2B5EF4-FFF2-40B4-BE49-F238E27FC236}">
                  <a16:creationId xmlns:a16="http://schemas.microsoft.com/office/drawing/2014/main" id="{0F245DAE-2FEB-94AA-DE40-83BA24238850}"/>
                </a:ext>
              </a:extLst>
            </p:cNvPr>
            <p:cNvSpPr/>
            <p:nvPr/>
          </p:nvSpPr>
          <p:spPr>
            <a:xfrm>
              <a:off x="1385430" y="800507"/>
              <a:ext cx="280379" cy="232251"/>
            </a:xfrm>
            <a:custGeom>
              <a:avLst/>
              <a:gdLst/>
              <a:ahLst/>
              <a:cxnLst/>
              <a:rect l="l" t="t" r="r" b="b"/>
              <a:pathLst>
                <a:path w="4445" h="3682" extrusionOk="0">
                  <a:moveTo>
                    <a:pt x="2224" y="0"/>
                  </a:moveTo>
                  <a:cubicBezTo>
                    <a:pt x="1991" y="0"/>
                    <a:pt x="1754" y="45"/>
                    <a:pt x="1524" y="139"/>
                  </a:cubicBezTo>
                  <a:cubicBezTo>
                    <a:pt x="13" y="756"/>
                    <a:pt x="1" y="2907"/>
                    <a:pt x="1511" y="3536"/>
                  </a:cubicBezTo>
                  <a:cubicBezTo>
                    <a:pt x="1753" y="3636"/>
                    <a:pt x="1994" y="3682"/>
                    <a:pt x="2227" y="3682"/>
                  </a:cubicBezTo>
                  <a:cubicBezTo>
                    <a:pt x="3454" y="3682"/>
                    <a:pt x="4445" y="2412"/>
                    <a:pt x="3917" y="1142"/>
                  </a:cubicBezTo>
                  <a:cubicBezTo>
                    <a:pt x="3624" y="430"/>
                    <a:pt x="2945" y="0"/>
                    <a:pt x="2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1" name="Google Shape;2266;p60">
              <a:extLst>
                <a:ext uri="{FF2B5EF4-FFF2-40B4-BE49-F238E27FC236}">
                  <a16:creationId xmlns:a16="http://schemas.microsoft.com/office/drawing/2014/main" id="{125D5E71-FECF-E7E5-6895-42840E862238}"/>
                </a:ext>
              </a:extLst>
            </p:cNvPr>
            <p:cNvSpPr/>
            <p:nvPr/>
          </p:nvSpPr>
          <p:spPr>
            <a:xfrm>
              <a:off x="1463203" y="913605"/>
              <a:ext cx="55697" cy="73485"/>
            </a:xfrm>
            <a:custGeom>
              <a:avLst/>
              <a:gdLst/>
              <a:ahLst/>
              <a:cxnLst/>
              <a:rect l="l" t="t" r="r" b="b"/>
              <a:pathLst>
                <a:path w="883" h="1165" extrusionOk="0">
                  <a:moveTo>
                    <a:pt x="382" y="0"/>
                  </a:moveTo>
                  <a:cubicBezTo>
                    <a:pt x="360" y="0"/>
                    <a:pt x="337" y="5"/>
                    <a:pt x="315" y="14"/>
                  </a:cubicBezTo>
                  <a:lnTo>
                    <a:pt x="121" y="99"/>
                  </a:lnTo>
                  <a:cubicBezTo>
                    <a:pt x="37" y="123"/>
                    <a:pt x="0" y="220"/>
                    <a:pt x="37" y="304"/>
                  </a:cubicBezTo>
                  <a:lnTo>
                    <a:pt x="351" y="1066"/>
                  </a:lnTo>
                  <a:cubicBezTo>
                    <a:pt x="378" y="1128"/>
                    <a:pt x="431" y="1164"/>
                    <a:pt x="491" y="1164"/>
                  </a:cubicBezTo>
                  <a:cubicBezTo>
                    <a:pt x="512" y="1164"/>
                    <a:pt x="534" y="1160"/>
                    <a:pt x="556" y="1150"/>
                  </a:cubicBezTo>
                  <a:lnTo>
                    <a:pt x="762" y="1078"/>
                  </a:lnTo>
                  <a:cubicBezTo>
                    <a:pt x="834" y="1042"/>
                    <a:pt x="883" y="945"/>
                    <a:pt x="847" y="860"/>
                  </a:cubicBezTo>
                  <a:lnTo>
                    <a:pt x="532" y="99"/>
                  </a:lnTo>
                  <a:cubicBezTo>
                    <a:pt x="505" y="36"/>
                    <a:pt x="446" y="0"/>
                    <a:pt x="3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2" name="Google Shape;2267;p60">
              <a:extLst>
                <a:ext uri="{FF2B5EF4-FFF2-40B4-BE49-F238E27FC236}">
                  <a16:creationId xmlns:a16="http://schemas.microsoft.com/office/drawing/2014/main" id="{D8E57D69-658B-4F65-3D91-978CAB461DEE}"/>
                </a:ext>
              </a:extLst>
            </p:cNvPr>
            <p:cNvSpPr/>
            <p:nvPr/>
          </p:nvSpPr>
          <p:spPr>
            <a:xfrm>
              <a:off x="1500545" y="840435"/>
              <a:ext cx="90832" cy="123380"/>
            </a:xfrm>
            <a:custGeom>
              <a:avLst/>
              <a:gdLst/>
              <a:ahLst/>
              <a:cxnLst/>
              <a:rect l="l" t="t" r="r" b="b"/>
              <a:pathLst>
                <a:path w="1440" h="1956" extrusionOk="0">
                  <a:moveTo>
                    <a:pt x="220" y="1"/>
                  </a:moveTo>
                  <a:cubicBezTo>
                    <a:pt x="195" y="1"/>
                    <a:pt x="171" y="8"/>
                    <a:pt x="146" y="26"/>
                  </a:cubicBezTo>
                  <a:cubicBezTo>
                    <a:pt x="61" y="74"/>
                    <a:pt x="49" y="183"/>
                    <a:pt x="109" y="256"/>
                  </a:cubicBezTo>
                  <a:cubicBezTo>
                    <a:pt x="134" y="280"/>
                    <a:pt x="146" y="304"/>
                    <a:pt x="158" y="328"/>
                  </a:cubicBezTo>
                  <a:cubicBezTo>
                    <a:pt x="158" y="389"/>
                    <a:pt x="146" y="449"/>
                    <a:pt x="122" y="509"/>
                  </a:cubicBezTo>
                  <a:cubicBezTo>
                    <a:pt x="85" y="654"/>
                    <a:pt x="25" y="872"/>
                    <a:pt x="13" y="945"/>
                  </a:cubicBezTo>
                  <a:cubicBezTo>
                    <a:pt x="1" y="1017"/>
                    <a:pt x="13" y="1077"/>
                    <a:pt x="37" y="1150"/>
                  </a:cubicBezTo>
                  <a:cubicBezTo>
                    <a:pt x="37" y="1162"/>
                    <a:pt x="37" y="1174"/>
                    <a:pt x="37" y="1186"/>
                  </a:cubicBezTo>
                  <a:lnTo>
                    <a:pt x="327" y="1875"/>
                  </a:lnTo>
                  <a:cubicBezTo>
                    <a:pt x="346" y="1923"/>
                    <a:pt x="395" y="1955"/>
                    <a:pt x="444" y="1955"/>
                  </a:cubicBezTo>
                  <a:cubicBezTo>
                    <a:pt x="458" y="1955"/>
                    <a:pt x="471" y="1953"/>
                    <a:pt x="484" y="1948"/>
                  </a:cubicBezTo>
                  <a:lnTo>
                    <a:pt x="1306" y="1609"/>
                  </a:lnTo>
                  <a:cubicBezTo>
                    <a:pt x="1427" y="1561"/>
                    <a:pt x="1439" y="1392"/>
                    <a:pt x="1318" y="1319"/>
                  </a:cubicBezTo>
                  <a:cubicBezTo>
                    <a:pt x="1403" y="1247"/>
                    <a:pt x="1379" y="1102"/>
                    <a:pt x="1282" y="1053"/>
                  </a:cubicBezTo>
                  <a:cubicBezTo>
                    <a:pt x="1330" y="1005"/>
                    <a:pt x="1330" y="932"/>
                    <a:pt x="1306" y="872"/>
                  </a:cubicBezTo>
                  <a:cubicBezTo>
                    <a:pt x="1282" y="812"/>
                    <a:pt x="1221" y="763"/>
                    <a:pt x="1161" y="763"/>
                  </a:cubicBezTo>
                  <a:cubicBezTo>
                    <a:pt x="1287" y="648"/>
                    <a:pt x="1185" y="459"/>
                    <a:pt x="1037" y="459"/>
                  </a:cubicBezTo>
                  <a:cubicBezTo>
                    <a:pt x="1015" y="459"/>
                    <a:pt x="991" y="464"/>
                    <a:pt x="968" y="473"/>
                  </a:cubicBezTo>
                  <a:lnTo>
                    <a:pt x="508" y="667"/>
                  </a:lnTo>
                  <a:cubicBezTo>
                    <a:pt x="508" y="630"/>
                    <a:pt x="520" y="461"/>
                    <a:pt x="520" y="401"/>
                  </a:cubicBezTo>
                  <a:cubicBezTo>
                    <a:pt x="533" y="352"/>
                    <a:pt x="520" y="292"/>
                    <a:pt x="496" y="243"/>
                  </a:cubicBezTo>
                  <a:cubicBezTo>
                    <a:pt x="472" y="183"/>
                    <a:pt x="436" y="135"/>
                    <a:pt x="387" y="86"/>
                  </a:cubicBezTo>
                  <a:cubicBezTo>
                    <a:pt x="336" y="44"/>
                    <a:pt x="279" y="1"/>
                    <a:pt x="2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3" name="Google Shape;2268;p60">
              <a:extLst>
                <a:ext uri="{FF2B5EF4-FFF2-40B4-BE49-F238E27FC236}">
                  <a16:creationId xmlns:a16="http://schemas.microsoft.com/office/drawing/2014/main" id="{54BF0148-CE62-2D01-8D54-1DE7B439944B}"/>
                </a:ext>
              </a:extLst>
            </p:cNvPr>
            <p:cNvSpPr/>
            <p:nvPr/>
          </p:nvSpPr>
          <p:spPr>
            <a:xfrm>
              <a:off x="481225" y="1156956"/>
              <a:ext cx="302015" cy="257672"/>
            </a:xfrm>
            <a:custGeom>
              <a:avLst/>
              <a:gdLst/>
              <a:ahLst/>
              <a:cxnLst/>
              <a:rect l="l" t="t" r="r" b="b"/>
              <a:pathLst>
                <a:path w="4788" h="4085" extrusionOk="0">
                  <a:moveTo>
                    <a:pt x="2312" y="1"/>
                  </a:moveTo>
                  <a:cubicBezTo>
                    <a:pt x="1573" y="1"/>
                    <a:pt x="868" y="385"/>
                    <a:pt x="520" y="1063"/>
                  </a:cubicBezTo>
                  <a:cubicBezTo>
                    <a:pt x="1" y="2055"/>
                    <a:pt x="424" y="3287"/>
                    <a:pt x="1463" y="3831"/>
                  </a:cubicBezTo>
                  <a:cubicBezTo>
                    <a:pt x="1791" y="4003"/>
                    <a:pt x="2140" y="4084"/>
                    <a:pt x="2481" y="4084"/>
                  </a:cubicBezTo>
                  <a:cubicBezTo>
                    <a:pt x="3222" y="4084"/>
                    <a:pt x="3923" y="3700"/>
                    <a:pt x="4279" y="3022"/>
                  </a:cubicBezTo>
                  <a:cubicBezTo>
                    <a:pt x="4787" y="2042"/>
                    <a:pt x="4364" y="798"/>
                    <a:pt x="3325" y="254"/>
                  </a:cubicBezTo>
                  <a:cubicBezTo>
                    <a:pt x="3001" y="82"/>
                    <a:pt x="2653" y="1"/>
                    <a:pt x="2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4" name="Google Shape;2269;p60">
              <a:extLst>
                <a:ext uri="{FF2B5EF4-FFF2-40B4-BE49-F238E27FC236}">
                  <a16:creationId xmlns:a16="http://schemas.microsoft.com/office/drawing/2014/main" id="{1CA75D86-D22C-A4A2-ECCA-DA8A26F2D17A}"/>
                </a:ext>
              </a:extLst>
            </p:cNvPr>
            <p:cNvSpPr/>
            <p:nvPr/>
          </p:nvSpPr>
          <p:spPr>
            <a:xfrm>
              <a:off x="543734" y="1238956"/>
              <a:ext cx="67178" cy="81307"/>
            </a:xfrm>
            <a:custGeom>
              <a:avLst/>
              <a:gdLst/>
              <a:ahLst/>
              <a:cxnLst/>
              <a:rect l="l" t="t" r="r" b="b"/>
              <a:pathLst>
                <a:path w="1065" h="1289" extrusionOk="0">
                  <a:moveTo>
                    <a:pt x="612" y="1"/>
                  </a:moveTo>
                  <a:cubicBezTo>
                    <a:pt x="553" y="1"/>
                    <a:pt x="498" y="31"/>
                    <a:pt x="472" y="90"/>
                  </a:cubicBezTo>
                  <a:lnTo>
                    <a:pt x="37" y="912"/>
                  </a:lnTo>
                  <a:cubicBezTo>
                    <a:pt x="1" y="996"/>
                    <a:pt x="25" y="1093"/>
                    <a:pt x="110" y="1129"/>
                  </a:cubicBezTo>
                  <a:lnTo>
                    <a:pt x="363" y="1274"/>
                  </a:lnTo>
                  <a:cubicBezTo>
                    <a:pt x="386" y="1284"/>
                    <a:pt x="410" y="1289"/>
                    <a:pt x="433" y="1289"/>
                  </a:cubicBezTo>
                  <a:cubicBezTo>
                    <a:pt x="496" y="1289"/>
                    <a:pt x="558" y="1255"/>
                    <a:pt x="593" y="1202"/>
                  </a:cubicBezTo>
                  <a:lnTo>
                    <a:pt x="1016" y="380"/>
                  </a:lnTo>
                  <a:cubicBezTo>
                    <a:pt x="1064" y="295"/>
                    <a:pt x="1028" y="199"/>
                    <a:pt x="956" y="150"/>
                  </a:cubicBezTo>
                  <a:lnTo>
                    <a:pt x="690" y="17"/>
                  </a:lnTo>
                  <a:cubicBezTo>
                    <a:pt x="664" y="6"/>
                    <a:pt x="638" y="1"/>
                    <a:pt x="6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5" name="Google Shape;2270;p60">
              <a:extLst>
                <a:ext uri="{FF2B5EF4-FFF2-40B4-BE49-F238E27FC236}">
                  <a16:creationId xmlns:a16="http://schemas.microsoft.com/office/drawing/2014/main" id="{83659C32-D50C-BDEE-85B2-2012175D8BC7}"/>
                </a:ext>
              </a:extLst>
            </p:cNvPr>
            <p:cNvSpPr/>
            <p:nvPr/>
          </p:nvSpPr>
          <p:spPr>
            <a:xfrm>
              <a:off x="591042" y="1219528"/>
              <a:ext cx="116693" cy="134734"/>
            </a:xfrm>
            <a:custGeom>
              <a:avLst/>
              <a:gdLst/>
              <a:ahLst/>
              <a:cxnLst/>
              <a:rect l="l" t="t" r="r" b="b"/>
              <a:pathLst>
                <a:path w="1850" h="2136" extrusionOk="0">
                  <a:moveTo>
                    <a:pt x="1417" y="0"/>
                  </a:moveTo>
                  <a:cubicBezTo>
                    <a:pt x="1339" y="0"/>
                    <a:pt x="1267" y="57"/>
                    <a:pt x="1257" y="144"/>
                  </a:cubicBezTo>
                  <a:cubicBezTo>
                    <a:pt x="1245" y="180"/>
                    <a:pt x="1245" y="204"/>
                    <a:pt x="1233" y="241"/>
                  </a:cubicBezTo>
                  <a:cubicBezTo>
                    <a:pt x="1173" y="277"/>
                    <a:pt x="1112" y="313"/>
                    <a:pt x="1052" y="325"/>
                  </a:cubicBezTo>
                  <a:cubicBezTo>
                    <a:pt x="895" y="386"/>
                    <a:pt x="750" y="458"/>
                    <a:pt x="604" y="543"/>
                  </a:cubicBezTo>
                  <a:cubicBezTo>
                    <a:pt x="532" y="579"/>
                    <a:pt x="484" y="627"/>
                    <a:pt x="435" y="688"/>
                  </a:cubicBezTo>
                  <a:cubicBezTo>
                    <a:pt x="423" y="700"/>
                    <a:pt x="411" y="712"/>
                    <a:pt x="411" y="724"/>
                  </a:cubicBezTo>
                  <a:lnTo>
                    <a:pt x="36" y="1449"/>
                  </a:lnTo>
                  <a:cubicBezTo>
                    <a:pt x="0" y="1522"/>
                    <a:pt x="24" y="1606"/>
                    <a:pt x="97" y="1643"/>
                  </a:cubicBezTo>
                  <a:lnTo>
                    <a:pt x="1003" y="2114"/>
                  </a:lnTo>
                  <a:cubicBezTo>
                    <a:pt x="1029" y="2129"/>
                    <a:pt x="1057" y="2136"/>
                    <a:pt x="1085" y="2136"/>
                  </a:cubicBezTo>
                  <a:cubicBezTo>
                    <a:pt x="1149" y="2136"/>
                    <a:pt x="1212" y="2100"/>
                    <a:pt x="1245" y="2042"/>
                  </a:cubicBezTo>
                  <a:cubicBezTo>
                    <a:pt x="1269" y="2005"/>
                    <a:pt x="1281" y="1969"/>
                    <a:pt x="1269" y="1933"/>
                  </a:cubicBezTo>
                  <a:cubicBezTo>
                    <a:pt x="1342" y="1933"/>
                    <a:pt x="1414" y="1897"/>
                    <a:pt x="1451" y="1836"/>
                  </a:cubicBezTo>
                  <a:cubicBezTo>
                    <a:pt x="1475" y="1800"/>
                    <a:pt x="1475" y="1752"/>
                    <a:pt x="1463" y="1715"/>
                  </a:cubicBezTo>
                  <a:cubicBezTo>
                    <a:pt x="1535" y="1715"/>
                    <a:pt x="1608" y="1667"/>
                    <a:pt x="1644" y="1606"/>
                  </a:cubicBezTo>
                  <a:cubicBezTo>
                    <a:pt x="1668" y="1534"/>
                    <a:pt x="1656" y="1461"/>
                    <a:pt x="1608" y="1401"/>
                  </a:cubicBezTo>
                  <a:lnTo>
                    <a:pt x="1608" y="1401"/>
                  </a:lnTo>
                  <a:cubicBezTo>
                    <a:pt x="1617" y="1403"/>
                    <a:pt x="1626" y="1403"/>
                    <a:pt x="1636" y="1403"/>
                  </a:cubicBezTo>
                  <a:cubicBezTo>
                    <a:pt x="1701" y="1403"/>
                    <a:pt x="1769" y="1368"/>
                    <a:pt x="1801" y="1304"/>
                  </a:cubicBezTo>
                  <a:cubicBezTo>
                    <a:pt x="1849" y="1208"/>
                    <a:pt x="1813" y="1087"/>
                    <a:pt x="1704" y="1038"/>
                  </a:cubicBezTo>
                  <a:lnTo>
                    <a:pt x="1197" y="772"/>
                  </a:lnTo>
                  <a:cubicBezTo>
                    <a:pt x="1221" y="736"/>
                    <a:pt x="1390" y="640"/>
                    <a:pt x="1438" y="603"/>
                  </a:cubicBezTo>
                  <a:cubicBezTo>
                    <a:pt x="1487" y="567"/>
                    <a:pt x="1523" y="519"/>
                    <a:pt x="1547" y="470"/>
                  </a:cubicBezTo>
                  <a:cubicBezTo>
                    <a:pt x="1584" y="398"/>
                    <a:pt x="1608" y="337"/>
                    <a:pt x="1608" y="265"/>
                  </a:cubicBezTo>
                  <a:cubicBezTo>
                    <a:pt x="1608" y="156"/>
                    <a:pt x="1596" y="47"/>
                    <a:pt x="1475" y="11"/>
                  </a:cubicBezTo>
                  <a:cubicBezTo>
                    <a:pt x="1456" y="4"/>
                    <a:pt x="1436" y="0"/>
                    <a:pt x="1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6" name="Google Shape;2271;p60">
              <a:extLst>
                <a:ext uri="{FF2B5EF4-FFF2-40B4-BE49-F238E27FC236}">
                  <a16:creationId xmlns:a16="http://schemas.microsoft.com/office/drawing/2014/main" id="{9ABE7970-39BA-C19C-FC52-EB7F296E2EDE}"/>
                </a:ext>
              </a:extLst>
            </p:cNvPr>
            <p:cNvSpPr/>
            <p:nvPr/>
          </p:nvSpPr>
          <p:spPr>
            <a:xfrm>
              <a:off x="1505906" y="1246336"/>
              <a:ext cx="243290" cy="231368"/>
            </a:xfrm>
            <a:custGeom>
              <a:avLst/>
              <a:gdLst/>
              <a:ahLst/>
              <a:cxnLst/>
              <a:rect l="l" t="t" r="r" b="b"/>
              <a:pathLst>
                <a:path w="3857" h="3668" extrusionOk="0">
                  <a:moveTo>
                    <a:pt x="1932" y="1"/>
                  </a:moveTo>
                  <a:cubicBezTo>
                    <a:pt x="1873" y="1"/>
                    <a:pt x="1813" y="3"/>
                    <a:pt x="1753" y="9"/>
                  </a:cubicBezTo>
                  <a:cubicBezTo>
                    <a:pt x="750" y="106"/>
                    <a:pt x="0" y="1000"/>
                    <a:pt x="97" y="2003"/>
                  </a:cubicBezTo>
                  <a:cubicBezTo>
                    <a:pt x="188" y="2959"/>
                    <a:pt x="985" y="3668"/>
                    <a:pt x="1925" y="3668"/>
                  </a:cubicBezTo>
                  <a:cubicBezTo>
                    <a:pt x="1984" y="3668"/>
                    <a:pt x="2043" y="3665"/>
                    <a:pt x="2103" y="3659"/>
                  </a:cubicBezTo>
                  <a:cubicBezTo>
                    <a:pt x="3107" y="3563"/>
                    <a:pt x="3856" y="2668"/>
                    <a:pt x="3759" y="1653"/>
                  </a:cubicBezTo>
                  <a:cubicBezTo>
                    <a:pt x="3668" y="709"/>
                    <a:pt x="2871" y="1"/>
                    <a:pt x="19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7" name="Google Shape;2272;p60">
              <a:extLst>
                <a:ext uri="{FF2B5EF4-FFF2-40B4-BE49-F238E27FC236}">
                  <a16:creationId xmlns:a16="http://schemas.microsoft.com/office/drawing/2014/main" id="{0A58B159-58A7-D5D8-42E6-391B19D0BA63}"/>
                </a:ext>
              </a:extLst>
            </p:cNvPr>
            <p:cNvSpPr/>
            <p:nvPr/>
          </p:nvSpPr>
          <p:spPr>
            <a:xfrm>
              <a:off x="1562297" y="1330354"/>
              <a:ext cx="51156" cy="74053"/>
            </a:xfrm>
            <a:custGeom>
              <a:avLst/>
              <a:gdLst/>
              <a:ahLst/>
              <a:cxnLst/>
              <a:rect l="l" t="t" r="r" b="b"/>
              <a:pathLst>
                <a:path w="811" h="1174" extrusionOk="0">
                  <a:moveTo>
                    <a:pt x="427" y="0"/>
                  </a:moveTo>
                  <a:cubicBezTo>
                    <a:pt x="356" y="0"/>
                    <a:pt x="287" y="46"/>
                    <a:pt x="267" y="115"/>
                  </a:cubicBezTo>
                  <a:lnTo>
                    <a:pt x="37" y="901"/>
                  </a:lnTo>
                  <a:cubicBezTo>
                    <a:pt x="1" y="986"/>
                    <a:pt x="61" y="1082"/>
                    <a:pt x="146" y="1106"/>
                  </a:cubicBezTo>
                  <a:lnTo>
                    <a:pt x="339" y="1167"/>
                  </a:lnTo>
                  <a:cubicBezTo>
                    <a:pt x="356" y="1171"/>
                    <a:pt x="373" y="1173"/>
                    <a:pt x="388" y="1173"/>
                  </a:cubicBezTo>
                  <a:cubicBezTo>
                    <a:pt x="464" y="1173"/>
                    <a:pt x="525" y="1128"/>
                    <a:pt x="545" y="1058"/>
                  </a:cubicBezTo>
                  <a:lnTo>
                    <a:pt x="786" y="273"/>
                  </a:lnTo>
                  <a:cubicBezTo>
                    <a:pt x="811" y="188"/>
                    <a:pt x="762" y="91"/>
                    <a:pt x="678" y="67"/>
                  </a:cubicBezTo>
                  <a:lnTo>
                    <a:pt x="472" y="7"/>
                  </a:lnTo>
                  <a:cubicBezTo>
                    <a:pt x="457" y="2"/>
                    <a:pt x="442" y="0"/>
                    <a:pt x="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8" name="Google Shape;2273;p60">
              <a:extLst>
                <a:ext uri="{FF2B5EF4-FFF2-40B4-BE49-F238E27FC236}">
                  <a16:creationId xmlns:a16="http://schemas.microsoft.com/office/drawing/2014/main" id="{2E15BC14-F995-D7EF-F511-93DCA03808DD}"/>
                </a:ext>
              </a:extLst>
            </p:cNvPr>
            <p:cNvSpPr/>
            <p:nvPr/>
          </p:nvSpPr>
          <p:spPr>
            <a:xfrm>
              <a:off x="1595854" y="1294085"/>
              <a:ext cx="97644" cy="123253"/>
            </a:xfrm>
            <a:custGeom>
              <a:avLst/>
              <a:gdLst/>
              <a:ahLst/>
              <a:cxnLst/>
              <a:rect l="l" t="t" r="r" b="b"/>
              <a:pathLst>
                <a:path w="1548" h="1954" extrusionOk="0">
                  <a:moveTo>
                    <a:pt x="1031" y="0"/>
                  </a:moveTo>
                  <a:cubicBezTo>
                    <a:pt x="944" y="0"/>
                    <a:pt x="872" y="69"/>
                    <a:pt x="883" y="159"/>
                  </a:cubicBezTo>
                  <a:cubicBezTo>
                    <a:pt x="883" y="183"/>
                    <a:pt x="871" y="219"/>
                    <a:pt x="871" y="243"/>
                  </a:cubicBezTo>
                  <a:cubicBezTo>
                    <a:pt x="835" y="292"/>
                    <a:pt x="786" y="328"/>
                    <a:pt x="738" y="352"/>
                  </a:cubicBezTo>
                  <a:cubicBezTo>
                    <a:pt x="605" y="437"/>
                    <a:pt x="484" y="533"/>
                    <a:pt x="375" y="630"/>
                  </a:cubicBezTo>
                  <a:cubicBezTo>
                    <a:pt x="315" y="678"/>
                    <a:pt x="279" y="727"/>
                    <a:pt x="254" y="799"/>
                  </a:cubicBezTo>
                  <a:cubicBezTo>
                    <a:pt x="242" y="799"/>
                    <a:pt x="242" y="811"/>
                    <a:pt x="230" y="823"/>
                  </a:cubicBezTo>
                  <a:lnTo>
                    <a:pt x="13" y="1536"/>
                  </a:lnTo>
                  <a:cubicBezTo>
                    <a:pt x="1" y="1609"/>
                    <a:pt x="37" y="1669"/>
                    <a:pt x="97" y="1694"/>
                  </a:cubicBezTo>
                  <a:lnTo>
                    <a:pt x="943" y="1947"/>
                  </a:lnTo>
                  <a:cubicBezTo>
                    <a:pt x="958" y="1952"/>
                    <a:pt x="973" y="1954"/>
                    <a:pt x="987" y="1954"/>
                  </a:cubicBezTo>
                  <a:cubicBezTo>
                    <a:pt x="1056" y="1954"/>
                    <a:pt x="1119" y="1908"/>
                    <a:pt x="1149" y="1839"/>
                  </a:cubicBezTo>
                  <a:cubicBezTo>
                    <a:pt x="1149" y="1802"/>
                    <a:pt x="1149" y="1778"/>
                    <a:pt x="1149" y="1742"/>
                  </a:cubicBezTo>
                  <a:cubicBezTo>
                    <a:pt x="1209" y="1730"/>
                    <a:pt x="1270" y="1694"/>
                    <a:pt x="1282" y="1621"/>
                  </a:cubicBezTo>
                  <a:cubicBezTo>
                    <a:pt x="1306" y="1585"/>
                    <a:pt x="1306" y="1549"/>
                    <a:pt x="1282" y="1512"/>
                  </a:cubicBezTo>
                  <a:cubicBezTo>
                    <a:pt x="1354" y="1500"/>
                    <a:pt x="1403" y="1452"/>
                    <a:pt x="1427" y="1391"/>
                  </a:cubicBezTo>
                  <a:cubicBezTo>
                    <a:pt x="1439" y="1319"/>
                    <a:pt x="1415" y="1258"/>
                    <a:pt x="1366" y="1222"/>
                  </a:cubicBezTo>
                  <a:cubicBezTo>
                    <a:pt x="1439" y="1210"/>
                    <a:pt x="1499" y="1162"/>
                    <a:pt x="1524" y="1089"/>
                  </a:cubicBezTo>
                  <a:cubicBezTo>
                    <a:pt x="1548" y="1005"/>
                    <a:pt x="1499" y="896"/>
                    <a:pt x="1403" y="872"/>
                  </a:cubicBezTo>
                  <a:lnTo>
                    <a:pt x="931" y="727"/>
                  </a:lnTo>
                  <a:cubicBezTo>
                    <a:pt x="943" y="690"/>
                    <a:pt x="1076" y="570"/>
                    <a:pt x="1113" y="533"/>
                  </a:cubicBezTo>
                  <a:cubicBezTo>
                    <a:pt x="1149" y="485"/>
                    <a:pt x="1173" y="449"/>
                    <a:pt x="1185" y="388"/>
                  </a:cubicBezTo>
                  <a:cubicBezTo>
                    <a:pt x="1209" y="328"/>
                    <a:pt x="1209" y="267"/>
                    <a:pt x="1197" y="195"/>
                  </a:cubicBezTo>
                  <a:cubicBezTo>
                    <a:pt x="1185" y="110"/>
                    <a:pt x="1161" y="14"/>
                    <a:pt x="1052" y="1"/>
                  </a:cubicBezTo>
                  <a:cubicBezTo>
                    <a:pt x="1045" y="1"/>
                    <a:pt x="1038" y="0"/>
                    <a:pt x="1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9" name="Google Shape;2274;p60">
              <a:extLst>
                <a:ext uri="{FF2B5EF4-FFF2-40B4-BE49-F238E27FC236}">
                  <a16:creationId xmlns:a16="http://schemas.microsoft.com/office/drawing/2014/main" id="{C9748547-9EB1-DD45-43A6-5769C669AECB}"/>
                </a:ext>
              </a:extLst>
            </p:cNvPr>
            <p:cNvSpPr/>
            <p:nvPr/>
          </p:nvSpPr>
          <p:spPr>
            <a:xfrm>
              <a:off x="944019" y="1492336"/>
              <a:ext cx="262339" cy="217744"/>
            </a:xfrm>
            <a:custGeom>
              <a:avLst/>
              <a:gdLst/>
              <a:ahLst/>
              <a:cxnLst/>
              <a:rect l="l" t="t" r="r" b="b"/>
              <a:pathLst>
                <a:path w="4159" h="3452" extrusionOk="0">
                  <a:moveTo>
                    <a:pt x="2206" y="0"/>
                  </a:moveTo>
                  <a:cubicBezTo>
                    <a:pt x="1928" y="0"/>
                    <a:pt x="1641" y="59"/>
                    <a:pt x="1366" y="182"/>
                  </a:cubicBezTo>
                  <a:cubicBezTo>
                    <a:pt x="435" y="605"/>
                    <a:pt x="0" y="1645"/>
                    <a:pt x="387" y="2503"/>
                  </a:cubicBezTo>
                  <a:cubicBezTo>
                    <a:pt x="661" y="3101"/>
                    <a:pt x="1279" y="3452"/>
                    <a:pt x="1947" y="3452"/>
                  </a:cubicBezTo>
                  <a:cubicBezTo>
                    <a:pt x="2223" y="3452"/>
                    <a:pt x="2508" y="3392"/>
                    <a:pt x="2780" y="3264"/>
                  </a:cubicBezTo>
                  <a:cubicBezTo>
                    <a:pt x="3723" y="2841"/>
                    <a:pt x="4158" y="1802"/>
                    <a:pt x="3771" y="944"/>
                  </a:cubicBezTo>
                  <a:cubicBezTo>
                    <a:pt x="3498" y="345"/>
                    <a:pt x="2878" y="0"/>
                    <a:pt x="2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0" name="Google Shape;2275;p60">
              <a:extLst>
                <a:ext uri="{FF2B5EF4-FFF2-40B4-BE49-F238E27FC236}">
                  <a16:creationId xmlns:a16="http://schemas.microsoft.com/office/drawing/2014/main" id="{6D26A492-02D5-DC5A-EF77-E962C205DA8F}"/>
                </a:ext>
              </a:extLst>
            </p:cNvPr>
            <p:cNvSpPr/>
            <p:nvPr/>
          </p:nvSpPr>
          <p:spPr>
            <a:xfrm>
              <a:off x="1013403" y="1601270"/>
              <a:ext cx="54941" cy="68187"/>
            </a:xfrm>
            <a:custGeom>
              <a:avLst/>
              <a:gdLst/>
              <a:ahLst/>
              <a:cxnLst/>
              <a:rect l="l" t="t" r="r" b="b"/>
              <a:pathLst>
                <a:path w="871" h="1081" extrusionOk="0">
                  <a:moveTo>
                    <a:pt x="382" y="1"/>
                  </a:moveTo>
                  <a:cubicBezTo>
                    <a:pt x="360" y="1"/>
                    <a:pt x="337" y="5"/>
                    <a:pt x="314" y="15"/>
                  </a:cubicBezTo>
                  <a:lnTo>
                    <a:pt x="121" y="111"/>
                  </a:lnTo>
                  <a:cubicBezTo>
                    <a:pt x="36" y="147"/>
                    <a:pt x="0" y="244"/>
                    <a:pt x="36" y="329"/>
                  </a:cubicBezTo>
                  <a:lnTo>
                    <a:pt x="339" y="981"/>
                  </a:lnTo>
                  <a:cubicBezTo>
                    <a:pt x="365" y="1044"/>
                    <a:pt x="425" y="1080"/>
                    <a:pt x="489" y="1080"/>
                  </a:cubicBezTo>
                  <a:cubicBezTo>
                    <a:pt x="511" y="1080"/>
                    <a:pt x="534" y="1076"/>
                    <a:pt x="556" y="1066"/>
                  </a:cubicBezTo>
                  <a:lnTo>
                    <a:pt x="750" y="981"/>
                  </a:lnTo>
                  <a:cubicBezTo>
                    <a:pt x="834" y="933"/>
                    <a:pt x="870" y="836"/>
                    <a:pt x="834" y="752"/>
                  </a:cubicBezTo>
                  <a:lnTo>
                    <a:pt x="532" y="99"/>
                  </a:lnTo>
                  <a:cubicBezTo>
                    <a:pt x="505" y="37"/>
                    <a:pt x="446" y="1"/>
                    <a:pt x="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1" name="Google Shape;2276;p60">
              <a:extLst>
                <a:ext uri="{FF2B5EF4-FFF2-40B4-BE49-F238E27FC236}">
                  <a16:creationId xmlns:a16="http://schemas.microsoft.com/office/drawing/2014/main" id="{AFE9090B-2F06-0A67-640D-2EA167A7D01F}"/>
                </a:ext>
              </a:extLst>
            </p:cNvPr>
            <p:cNvSpPr/>
            <p:nvPr/>
          </p:nvSpPr>
          <p:spPr>
            <a:xfrm>
              <a:off x="1050745" y="1531129"/>
              <a:ext cx="89255" cy="114107"/>
            </a:xfrm>
            <a:custGeom>
              <a:avLst/>
              <a:gdLst/>
              <a:ahLst/>
              <a:cxnLst/>
              <a:rect l="l" t="t" r="r" b="b"/>
              <a:pathLst>
                <a:path w="1415" h="1809" extrusionOk="0">
                  <a:moveTo>
                    <a:pt x="229" y="1"/>
                  </a:moveTo>
                  <a:cubicBezTo>
                    <a:pt x="197" y="1"/>
                    <a:pt x="164" y="9"/>
                    <a:pt x="133" y="27"/>
                  </a:cubicBezTo>
                  <a:cubicBezTo>
                    <a:pt x="61" y="75"/>
                    <a:pt x="49" y="172"/>
                    <a:pt x="109" y="244"/>
                  </a:cubicBezTo>
                  <a:cubicBezTo>
                    <a:pt x="121" y="268"/>
                    <a:pt x="146" y="280"/>
                    <a:pt x="158" y="305"/>
                  </a:cubicBezTo>
                  <a:cubicBezTo>
                    <a:pt x="146" y="365"/>
                    <a:pt x="146" y="425"/>
                    <a:pt x="121" y="474"/>
                  </a:cubicBezTo>
                  <a:cubicBezTo>
                    <a:pt x="73" y="607"/>
                    <a:pt x="37" y="752"/>
                    <a:pt x="13" y="897"/>
                  </a:cubicBezTo>
                  <a:cubicBezTo>
                    <a:pt x="0" y="957"/>
                    <a:pt x="13" y="1018"/>
                    <a:pt x="25" y="1090"/>
                  </a:cubicBezTo>
                  <a:cubicBezTo>
                    <a:pt x="25" y="1102"/>
                    <a:pt x="37" y="1102"/>
                    <a:pt x="37" y="1114"/>
                  </a:cubicBezTo>
                  <a:lnTo>
                    <a:pt x="327" y="1743"/>
                  </a:lnTo>
                  <a:cubicBezTo>
                    <a:pt x="343" y="1784"/>
                    <a:pt x="382" y="1808"/>
                    <a:pt x="424" y="1808"/>
                  </a:cubicBezTo>
                  <a:cubicBezTo>
                    <a:pt x="444" y="1808"/>
                    <a:pt x="465" y="1803"/>
                    <a:pt x="484" y="1791"/>
                  </a:cubicBezTo>
                  <a:lnTo>
                    <a:pt x="1294" y="1429"/>
                  </a:lnTo>
                  <a:cubicBezTo>
                    <a:pt x="1378" y="1392"/>
                    <a:pt x="1415" y="1296"/>
                    <a:pt x="1378" y="1223"/>
                  </a:cubicBezTo>
                  <a:cubicBezTo>
                    <a:pt x="1366" y="1187"/>
                    <a:pt x="1342" y="1163"/>
                    <a:pt x="1318" y="1151"/>
                  </a:cubicBezTo>
                  <a:cubicBezTo>
                    <a:pt x="1366" y="1114"/>
                    <a:pt x="1378" y="1042"/>
                    <a:pt x="1354" y="981"/>
                  </a:cubicBezTo>
                  <a:cubicBezTo>
                    <a:pt x="1342" y="945"/>
                    <a:pt x="1306" y="921"/>
                    <a:pt x="1270" y="909"/>
                  </a:cubicBezTo>
                  <a:cubicBezTo>
                    <a:pt x="1383" y="818"/>
                    <a:pt x="1315" y="641"/>
                    <a:pt x="1175" y="641"/>
                  </a:cubicBezTo>
                  <a:cubicBezTo>
                    <a:pt x="1167" y="641"/>
                    <a:pt x="1158" y="642"/>
                    <a:pt x="1149" y="643"/>
                  </a:cubicBezTo>
                  <a:cubicBezTo>
                    <a:pt x="1197" y="595"/>
                    <a:pt x="1209" y="522"/>
                    <a:pt x="1173" y="462"/>
                  </a:cubicBezTo>
                  <a:cubicBezTo>
                    <a:pt x="1148" y="403"/>
                    <a:pt x="1088" y="368"/>
                    <a:pt x="1025" y="368"/>
                  </a:cubicBezTo>
                  <a:cubicBezTo>
                    <a:pt x="997" y="368"/>
                    <a:pt x="969" y="374"/>
                    <a:pt x="943" y="389"/>
                  </a:cubicBezTo>
                  <a:lnTo>
                    <a:pt x="496" y="607"/>
                  </a:lnTo>
                  <a:cubicBezTo>
                    <a:pt x="496" y="571"/>
                    <a:pt x="508" y="401"/>
                    <a:pt x="520" y="353"/>
                  </a:cubicBezTo>
                  <a:cubicBezTo>
                    <a:pt x="520" y="305"/>
                    <a:pt x="508" y="256"/>
                    <a:pt x="484" y="208"/>
                  </a:cubicBezTo>
                  <a:cubicBezTo>
                    <a:pt x="460" y="147"/>
                    <a:pt x="424" y="99"/>
                    <a:pt x="375" y="63"/>
                  </a:cubicBezTo>
                  <a:cubicBezTo>
                    <a:pt x="337" y="25"/>
                    <a:pt x="284" y="1"/>
                    <a:pt x="2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2" name="Google Shape;2277;p60">
              <a:extLst>
                <a:ext uri="{FF2B5EF4-FFF2-40B4-BE49-F238E27FC236}">
                  <a16:creationId xmlns:a16="http://schemas.microsoft.com/office/drawing/2014/main" id="{E1B157C3-85EF-8606-CA44-9F2B84EF9A30}"/>
                </a:ext>
              </a:extLst>
            </p:cNvPr>
            <p:cNvSpPr/>
            <p:nvPr/>
          </p:nvSpPr>
          <p:spPr>
            <a:xfrm>
              <a:off x="1405488" y="2274428"/>
              <a:ext cx="205696" cy="182546"/>
            </a:xfrm>
            <a:custGeom>
              <a:avLst/>
              <a:gdLst/>
              <a:ahLst/>
              <a:cxnLst/>
              <a:rect l="l" t="t" r="r" b="b"/>
              <a:pathLst>
                <a:path w="3261" h="2894" extrusionOk="0">
                  <a:moveTo>
                    <a:pt x="1626" y="1"/>
                  </a:moveTo>
                  <a:cubicBezTo>
                    <a:pt x="993" y="1"/>
                    <a:pt x="369" y="409"/>
                    <a:pt x="214" y="1139"/>
                  </a:cubicBezTo>
                  <a:cubicBezTo>
                    <a:pt x="1" y="2105"/>
                    <a:pt x="772" y="2893"/>
                    <a:pt x="1629" y="2893"/>
                  </a:cubicBezTo>
                  <a:cubicBezTo>
                    <a:pt x="1887" y="2893"/>
                    <a:pt x="2153" y="2822"/>
                    <a:pt x="2402" y="2662"/>
                  </a:cubicBezTo>
                  <a:cubicBezTo>
                    <a:pt x="3067" y="2227"/>
                    <a:pt x="3260" y="1333"/>
                    <a:pt x="2837" y="668"/>
                  </a:cubicBezTo>
                  <a:cubicBezTo>
                    <a:pt x="2544" y="212"/>
                    <a:pt x="2083" y="1"/>
                    <a:pt x="1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3" name="Google Shape;2278;p60">
              <a:extLst>
                <a:ext uri="{FF2B5EF4-FFF2-40B4-BE49-F238E27FC236}">
                  <a16:creationId xmlns:a16="http://schemas.microsoft.com/office/drawing/2014/main" id="{AB09DAFC-2998-1C25-FC3B-1A28A6552CD5}"/>
                </a:ext>
              </a:extLst>
            </p:cNvPr>
            <p:cNvSpPr/>
            <p:nvPr/>
          </p:nvSpPr>
          <p:spPr>
            <a:xfrm>
              <a:off x="1447939" y="2321042"/>
              <a:ext cx="57274" cy="45163"/>
            </a:xfrm>
            <a:custGeom>
              <a:avLst/>
              <a:gdLst/>
              <a:ahLst/>
              <a:cxnLst/>
              <a:rect l="l" t="t" r="r" b="b"/>
              <a:pathLst>
                <a:path w="908" h="716" extrusionOk="0">
                  <a:moveTo>
                    <a:pt x="667" y="0"/>
                  </a:moveTo>
                  <a:cubicBezTo>
                    <a:pt x="637" y="0"/>
                    <a:pt x="607" y="8"/>
                    <a:pt x="581" y="26"/>
                  </a:cubicBezTo>
                  <a:lnTo>
                    <a:pt x="97" y="340"/>
                  </a:lnTo>
                  <a:cubicBezTo>
                    <a:pt x="25" y="388"/>
                    <a:pt x="1" y="485"/>
                    <a:pt x="49" y="570"/>
                  </a:cubicBezTo>
                  <a:lnTo>
                    <a:pt x="97" y="642"/>
                  </a:lnTo>
                  <a:cubicBezTo>
                    <a:pt x="129" y="689"/>
                    <a:pt x="185" y="716"/>
                    <a:pt x="241" y="716"/>
                  </a:cubicBezTo>
                  <a:cubicBezTo>
                    <a:pt x="271" y="716"/>
                    <a:pt x="301" y="708"/>
                    <a:pt x="327" y="690"/>
                  </a:cubicBezTo>
                  <a:lnTo>
                    <a:pt x="811" y="388"/>
                  </a:lnTo>
                  <a:cubicBezTo>
                    <a:pt x="883" y="340"/>
                    <a:pt x="907" y="231"/>
                    <a:pt x="859" y="159"/>
                  </a:cubicBezTo>
                  <a:lnTo>
                    <a:pt x="811" y="74"/>
                  </a:lnTo>
                  <a:cubicBezTo>
                    <a:pt x="779" y="27"/>
                    <a:pt x="723" y="0"/>
                    <a:pt x="6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4" name="Google Shape;2279;p60">
              <a:extLst>
                <a:ext uri="{FF2B5EF4-FFF2-40B4-BE49-F238E27FC236}">
                  <a16:creationId xmlns:a16="http://schemas.microsoft.com/office/drawing/2014/main" id="{F0B978A5-77EC-4CCF-42B7-8AE1662798D9}"/>
                </a:ext>
              </a:extLst>
            </p:cNvPr>
            <p:cNvSpPr/>
            <p:nvPr/>
          </p:nvSpPr>
          <p:spPr>
            <a:xfrm>
              <a:off x="1470836" y="2340218"/>
              <a:ext cx="96130" cy="76765"/>
            </a:xfrm>
            <a:custGeom>
              <a:avLst/>
              <a:gdLst/>
              <a:ahLst/>
              <a:cxnLst/>
              <a:rect l="l" t="t" r="r" b="b"/>
              <a:pathLst>
                <a:path w="1524" h="1217" extrusionOk="0">
                  <a:moveTo>
                    <a:pt x="1373" y="1"/>
                  </a:moveTo>
                  <a:cubicBezTo>
                    <a:pt x="1337" y="1"/>
                    <a:pt x="1301" y="16"/>
                    <a:pt x="1282" y="48"/>
                  </a:cubicBezTo>
                  <a:cubicBezTo>
                    <a:pt x="1257" y="60"/>
                    <a:pt x="1245" y="84"/>
                    <a:pt x="1221" y="96"/>
                  </a:cubicBezTo>
                  <a:lnTo>
                    <a:pt x="1088" y="96"/>
                  </a:lnTo>
                  <a:cubicBezTo>
                    <a:pt x="967" y="84"/>
                    <a:pt x="846" y="72"/>
                    <a:pt x="738" y="72"/>
                  </a:cubicBezTo>
                  <a:cubicBezTo>
                    <a:pt x="677" y="72"/>
                    <a:pt x="629" y="84"/>
                    <a:pt x="580" y="108"/>
                  </a:cubicBezTo>
                  <a:cubicBezTo>
                    <a:pt x="568" y="108"/>
                    <a:pt x="568" y="120"/>
                    <a:pt x="556" y="120"/>
                  </a:cubicBezTo>
                  <a:lnTo>
                    <a:pt x="61" y="447"/>
                  </a:lnTo>
                  <a:cubicBezTo>
                    <a:pt x="12" y="471"/>
                    <a:pt x="0" y="531"/>
                    <a:pt x="24" y="580"/>
                  </a:cubicBezTo>
                  <a:lnTo>
                    <a:pt x="399" y="1160"/>
                  </a:lnTo>
                  <a:cubicBezTo>
                    <a:pt x="422" y="1198"/>
                    <a:pt x="463" y="1217"/>
                    <a:pt x="506" y="1217"/>
                  </a:cubicBezTo>
                  <a:cubicBezTo>
                    <a:pt x="532" y="1217"/>
                    <a:pt x="558" y="1210"/>
                    <a:pt x="580" y="1196"/>
                  </a:cubicBezTo>
                  <a:cubicBezTo>
                    <a:pt x="605" y="1184"/>
                    <a:pt x="617" y="1160"/>
                    <a:pt x="629" y="1136"/>
                  </a:cubicBezTo>
                  <a:cubicBezTo>
                    <a:pt x="653" y="1154"/>
                    <a:pt x="680" y="1163"/>
                    <a:pt x="706" y="1163"/>
                  </a:cubicBezTo>
                  <a:cubicBezTo>
                    <a:pt x="732" y="1163"/>
                    <a:pt x="756" y="1154"/>
                    <a:pt x="774" y="1136"/>
                  </a:cubicBezTo>
                  <a:cubicBezTo>
                    <a:pt x="810" y="1112"/>
                    <a:pt x="822" y="1087"/>
                    <a:pt x="834" y="1063"/>
                  </a:cubicBezTo>
                  <a:cubicBezTo>
                    <a:pt x="857" y="1077"/>
                    <a:pt x="880" y="1083"/>
                    <a:pt x="903" y="1083"/>
                  </a:cubicBezTo>
                  <a:cubicBezTo>
                    <a:pt x="980" y="1083"/>
                    <a:pt x="1049" y="1014"/>
                    <a:pt x="1040" y="930"/>
                  </a:cubicBezTo>
                  <a:lnTo>
                    <a:pt x="1040" y="930"/>
                  </a:lnTo>
                  <a:cubicBezTo>
                    <a:pt x="1065" y="948"/>
                    <a:pt x="1091" y="955"/>
                    <a:pt x="1116" y="955"/>
                  </a:cubicBezTo>
                  <a:cubicBezTo>
                    <a:pt x="1211" y="955"/>
                    <a:pt x="1291" y="842"/>
                    <a:pt x="1233" y="737"/>
                  </a:cubicBezTo>
                  <a:lnTo>
                    <a:pt x="1016" y="411"/>
                  </a:lnTo>
                  <a:cubicBezTo>
                    <a:pt x="1040" y="398"/>
                    <a:pt x="1185" y="386"/>
                    <a:pt x="1221" y="386"/>
                  </a:cubicBezTo>
                  <a:cubicBezTo>
                    <a:pt x="1269" y="374"/>
                    <a:pt x="1306" y="362"/>
                    <a:pt x="1342" y="338"/>
                  </a:cubicBezTo>
                  <a:cubicBezTo>
                    <a:pt x="1378" y="314"/>
                    <a:pt x="1414" y="278"/>
                    <a:pt x="1451" y="229"/>
                  </a:cubicBezTo>
                  <a:cubicBezTo>
                    <a:pt x="1487" y="169"/>
                    <a:pt x="1523" y="96"/>
                    <a:pt x="1463" y="36"/>
                  </a:cubicBezTo>
                  <a:cubicBezTo>
                    <a:pt x="1440" y="13"/>
                    <a:pt x="1406" y="1"/>
                    <a:pt x="1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5" name="Google Shape;2280;p60">
              <a:extLst>
                <a:ext uri="{FF2B5EF4-FFF2-40B4-BE49-F238E27FC236}">
                  <a16:creationId xmlns:a16="http://schemas.microsoft.com/office/drawing/2014/main" id="{0ADD89DF-3977-124D-9E07-808EE9DD2B32}"/>
                </a:ext>
              </a:extLst>
            </p:cNvPr>
            <p:cNvSpPr/>
            <p:nvPr/>
          </p:nvSpPr>
          <p:spPr>
            <a:xfrm>
              <a:off x="659606" y="592542"/>
              <a:ext cx="308134" cy="292301"/>
            </a:xfrm>
            <a:custGeom>
              <a:avLst/>
              <a:gdLst/>
              <a:ahLst/>
              <a:cxnLst/>
              <a:rect l="l" t="t" r="r" b="b"/>
              <a:pathLst>
                <a:path w="4885" h="4634" extrusionOk="0">
                  <a:moveTo>
                    <a:pt x="2452" y="1"/>
                  </a:moveTo>
                  <a:cubicBezTo>
                    <a:pt x="2365" y="1"/>
                    <a:pt x="2277" y="5"/>
                    <a:pt x="2189" y="16"/>
                  </a:cubicBezTo>
                  <a:cubicBezTo>
                    <a:pt x="920" y="149"/>
                    <a:pt x="1" y="1297"/>
                    <a:pt x="134" y="2566"/>
                  </a:cubicBezTo>
                  <a:cubicBezTo>
                    <a:pt x="258" y="3753"/>
                    <a:pt x="1271" y="4633"/>
                    <a:pt x="2440" y="4633"/>
                  </a:cubicBezTo>
                  <a:cubicBezTo>
                    <a:pt x="2521" y="4633"/>
                    <a:pt x="2602" y="4629"/>
                    <a:pt x="2684" y="4621"/>
                  </a:cubicBezTo>
                  <a:cubicBezTo>
                    <a:pt x="3965" y="4476"/>
                    <a:pt x="4884" y="3339"/>
                    <a:pt x="4739" y="2070"/>
                  </a:cubicBezTo>
                  <a:cubicBezTo>
                    <a:pt x="4615" y="879"/>
                    <a:pt x="3613" y="1"/>
                    <a:pt x="2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6" name="Google Shape;2281;p60">
              <a:extLst>
                <a:ext uri="{FF2B5EF4-FFF2-40B4-BE49-F238E27FC236}">
                  <a16:creationId xmlns:a16="http://schemas.microsoft.com/office/drawing/2014/main" id="{5B173EC1-39D9-E8C8-0202-E5A98EAF37DE}"/>
                </a:ext>
              </a:extLst>
            </p:cNvPr>
            <p:cNvSpPr/>
            <p:nvPr/>
          </p:nvSpPr>
          <p:spPr>
            <a:xfrm>
              <a:off x="723629" y="646599"/>
              <a:ext cx="209039" cy="167534"/>
            </a:xfrm>
            <a:custGeom>
              <a:avLst/>
              <a:gdLst/>
              <a:ahLst/>
              <a:cxnLst/>
              <a:rect l="l" t="t" r="r" b="b"/>
              <a:pathLst>
                <a:path w="3314" h="2656" extrusionOk="0">
                  <a:moveTo>
                    <a:pt x="952" y="0"/>
                  </a:moveTo>
                  <a:cubicBezTo>
                    <a:pt x="380" y="0"/>
                    <a:pt x="0" y="693"/>
                    <a:pt x="255" y="1479"/>
                  </a:cubicBezTo>
                  <a:cubicBezTo>
                    <a:pt x="545" y="2386"/>
                    <a:pt x="787" y="2652"/>
                    <a:pt x="787" y="2652"/>
                  </a:cubicBezTo>
                  <a:cubicBezTo>
                    <a:pt x="787" y="2652"/>
                    <a:pt x="814" y="2655"/>
                    <a:pt x="871" y="2655"/>
                  </a:cubicBezTo>
                  <a:cubicBezTo>
                    <a:pt x="1028" y="2655"/>
                    <a:pt x="1409" y="2629"/>
                    <a:pt x="2056" y="2434"/>
                  </a:cubicBezTo>
                  <a:cubicBezTo>
                    <a:pt x="2938" y="2180"/>
                    <a:pt x="3313" y="1298"/>
                    <a:pt x="2721" y="851"/>
                  </a:cubicBezTo>
                  <a:cubicBezTo>
                    <a:pt x="2571" y="733"/>
                    <a:pt x="2417" y="692"/>
                    <a:pt x="2274" y="692"/>
                  </a:cubicBezTo>
                  <a:cubicBezTo>
                    <a:pt x="2035" y="692"/>
                    <a:pt x="1828" y="807"/>
                    <a:pt x="1730" y="875"/>
                  </a:cubicBezTo>
                  <a:cubicBezTo>
                    <a:pt x="1730" y="682"/>
                    <a:pt x="1681" y="198"/>
                    <a:pt x="1198" y="41"/>
                  </a:cubicBezTo>
                  <a:cubicBezTo>
                    <a:pt x="1113" y="13"/>
                    <a:pt x="1031" y="0"/>
                    <a:pt x="9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7" name="Google Shape;2282;p60">
              <a:extLst>
                <a:ext uri="{FF2B5EF4-FFF2-40B4-BE49-F238E27FC236}">
                  <a16:creationId xmlns:a16="http://schemas.microsoft.com/office/drawing/2014/main" id="{A00686C2-D0B8-6FD1-A9D1-C77FF4374B3C}"/>
                </a:ext>
              </a:extLst>
            </p:cNvPr>
            <p:cNvSpPr/>
            <p:nvPr/>
          </p:nvSpPr>
          <p:spPr>
            <a:xfrm>
              <a:off x="504879" y="1789934"/>
              <a:ext cx="293878" cy="225250"/>
            </a:xfrm>
            <a:custGeom>
              <a:avLst/>
              <a:gdLst/>
              <a:ahLst/>
              <a:cxnLst/>
              <a:rect l="l" t="t" r="r" b="b"/>
              <a:pathLst>
                <a:path w="4659" h="3571" extrusionOk="0">
                  <a:moveTo>
                    <a:pt x="2354" y="1"/>
                  </a:moveTo>
                  <a:cubicBezTo>
                    <a:pt x="2264" y="1"/>
                    <a:pt x="2173" y="7"/>
                    <a:pt x="2079" y="21"/>
                  </a:cubicBezTo>
                  <a:cubicBezTo>
                    <a:pt x="508" y="251"/>
                    <a:pt x="0" y="2257"/>
                    <a:pt x="1269" y="3212"/>
                  </a:cubicBezTo>
                  <a:cubicBezTo>
                    <a:pt x="1590" y="3454"/>
                    <a:pt x="1968" y="3571"/>
                    <a:pt x="2343" y="3571"/>
                  </a:cubicBezTo>
                  <a:cubicBezTo>
                    <a:pt x="2885" y="3571"/>
                    <a:pt x="3421" y="3326"/>
                    <a:pt x="3771" y="2861"/>
                  </a:cubicBezTo>
                  <a:cubicBezTo>
                    <a:pt x="4658" y="1656"/>
                    <a:pt x="3780" y="1"/>
                    <a:pt x="23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8" name="Google Shape;2283;p60">
              <a:extLst>
                <a:ext uri="{FF2B5EF4-FFF2-40B4-BE49-F238E27FC236}">
                  <a16:creationId xmlns:a16="http://schemas.microsoft.com/office/drawing/2014/main" id="{0594CF03-591D-AC6D-07D2-AE8A9E369871}"/>
                </a:ext>
              </a:extLst>
            </p:cNvPr>
            <p:cNvSpPr/>
            <p:nvPr/>
          </p:nvSpPr>
          <p:spPr>
            <a:xfrm>
              <a:off x="590726" y="1828789"/>
              <a:ext cx="153594" cy="128552"/>
            </a:xfrm>
            <a:custGeom>
              <a:avLst/>
              <a:gdLst/>
              <a:ahLst/>
              <a:cxnLst/>
              <a:rect l="l" t="t" r="r" b="b"/>
              <a:pathLst>
                <a:path w="2435" h="2038" extrusionOk="0">
                  <a:moveTo>
                    <a:pt x="716" y="0"/>
                  </a:moveTo>
                  <a:cubicBezTo>
                    <a:pt x="318" y="0"/>
                    <a:pt x="0" y="463"/>
                    <a:pt x="90" y="1049"/>
                  </a:cubicBezTo>
                  <a:cubicBezTo>
                    <a:pt x="211" y="1774"/>
                    <a:pt x="368" y="2004"/>
                    <a:pt x="368" y="2004"/>
                  </a:cubicBezTo>
                  <a:cubicBezTo>
                    <a:pt x="368" y="2004"/>
                    <a:pt x="480" y="2038"/>
                    <a:pt x="743" y="2038"/>
                  </a:cubicBezTo>
                  <a:cubicBezTo>
                    <a:pt x="893" y="2038"/>
                    <a:pt x="1092" y="2027"/>
                    <a:pt x="1347" y="1992"/>
                  </a:cubicBezTo>
                  <a:cubicBezTo>
                    <a:pt x="2060" y="1895"/>
                    <a:pt x="2435" y="1279"/>
                    <a:pt x="2036" y="868"/>
                  </a:cubicBezTo>
                  <a:cubicBezTo>
                    <a:pt x="1911" y="750"/>
                    <a:pt x="1751" y="687"/>
                    <a:pt x="1591" y="687"/>
                  </a:cubicBezTo>
                  <a:cubicBezTo>
                    <a:pt x="1486" y="687"/>
                    <a:pt x="1382" y="714"/>
                    <a:pt x="1286" y="771"/>
                  </a:cubicBezTo>
                  <a:cubicBezTo>
                    <a:pt x="1347" y="493"/>
                    <a:pt x="1226" y="203"/>
                    <a:pt x="984" y="70"/>
                  </a:cubicBezTo>
                  <a:cubicBezTo>
                    <a:pt x="893" y="22"/>
                    <a:pt x="803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9" name="Google Shape;2284;p60">
              <a:extLst>
                <a:ext uri="{FF2B5EF4-FFF2-40B4-BE49-F238E27FC236}">
                  <a16:creationId xmlns:a16="http://schemas.microsoft.com/office/drawing/2014/main" id="{3B38341B-5391-E65E-AE16-99BB50CE890A}"/>
                </a:ext>
              </a:extLst>
            </p:cNvPr>
            <p:cNvSpPr/>
            <p:nvPr/>
          </p:nvSpPr>
          <p:spPr>
            <a:xfrm>
              <a:off x="1506663" y="1693552"/>
              <a:ext cx="238748" cy="197748"/>
            </a:xfrm>
            <a:custGeom>
              <a:avLst/>
              <a:gdLst/>
              <a:ahLst/>
              <a:cxnLst/>
              <a:rect l="l" t="t" r="r" b="b"/>
              <a:pathLst>
                <a:path w="3785" h="3135" extrusionOk="0">
                  <a:moveTo>
                    <a:pt x="1921" y="1"/>
                  </a:moveTo>
                  <a:cubicBezTo>
                    <a:pt x="1708" y="1"/>
                    <a:pt x="1488" y="46"/>
                    <a:pt x="1270" y="147"/>
                  </a:cubicBezTo>
                  <a:cubicBezTo>
                    <a:pt x="0" y="739"/>
                    <a:pt x="73" y="2552"/>
                    <a:pt x="1378" y="3036"/>
                  </a:cubicBezTo>
                  <a:cubicBezTo>
                    <a:pt x="1559" y="3103"/>
                    <a:pt x="1743" y="3135"/>
                    <a:pt x="1925" y="3135"/>
                  </a:cubicBezTo>
                  <a:cubicBezTo>
                    <a:pt x="2557" y="3135"/>
                    <a:pt x="3150" y="2747"/>
                    <a:pt x="3385" y="2117"/>
                  </a:cubicBezTo>
                  <a:cubicBezTo>
                    <a:pt x="3784" y="1038"/>
                    <a:pt x="2937" y="1"/>
                    <a:pt x="19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0" name="Google Shape;2285;p60">
              <a:extLst>
                <a:ext uri="{FF2B5EF4-FFF2-40B4-BE49-F238E27FC236}">
                  <a16:creationId xmlns:a16="http://schemas.microsoft.com/office/drawing/2014/main" id="{5264390B-C26F-68F2-1372-824C4DCE8090}"/>
                </a:ext>
              </a:extLst>
            </p:cNvPr>
            <p:cNvSpPr/>
            <p:nvPr/>
          </p:nvSpPr>
          <p:spPr>
            <a:xfrm>
              <a:off x="1562675" y="1733480"/>
              <a:ext cx="143817" cy="113476"/>
            </a:xfrm>
            <a:custGeom>
              <a:avLst/>
              <a:gdLst/>
              <a:ahLst/>
              <a:cxnLst/>
              <a:rect l="l" t="t" r="r" b="b"/>
              <a:pathLst>
                <a:path w="2280" h="1799" extrusionOk="0">
                  <a:moveTo>
                    <a:pt x="658" y="1"/>
                  </a:moveTo>
                  <a:cubicBezTo>
                    <a:pt x="225" y="1"/>
                    <a:pt x="1" y="521"/>
                    <a:pt x="249" y="1061"/>
                  </a:cubicBezTo>
                  <a:cubicBezTo>
                    <a:pt x="527" y="1641"/>
                    <a:pt x="720" y="1798"/>
                    <a:pt x="720" y="1798"/>
                  </a:cubicBezTo>
                  <a:cubicBezTo>
                    <a:pt x="720" y="1798"/>
                    <a:pt x="974" y="1798"/>
                    <a:pt x="1542" y="1545"/>
                  </a:cubicBezTo>
                  <a:cubicBezTo>
                    <a:pt x="2110" y="1291"/>
                    <a:pt x="2279" y="674"/>
                    <a:pt x="1844" y="420"/>
                  </a:cubicBezTo>
                  <a:cubicBezTo>
                    <a:pt x="1763" y="376"/>
                    <a:pt x="1675" y="354"/>
                    <a:pt x="1588" y="354"/>
                  </a:cubicBezTo>
                  <a:cubicBezTo>
                    <a:pt x="1440" y="354"/>
                    <a:pt x="1293" y="415"/>
                    <a:pt x="1179" y="529"/>
                  </a:cubicBezTo>
                  <a:cubicBezTo>
                    <a:pt x="1167" y="275"/>
                    <a:pt x="998" y="70"/>
                    <a:pt x="756" y="10"/>
                  </a:cubicBezTo>
                  <a:cubicBezTo>
                    <a:pt x="722" y="4"/>
                    <a:pt x="690" y="1"/>
                    <a:pt x="6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1" name="Google Shape;2286;p60">
              <a:extLst>
                <a:ext uri="{FF2B5EF4-FFF2-40B4-BE49-F238E27FC236}">
                  <a16:creationId xmlns:a16="http://schemas.microsoft.com/office/drawing/2014/main" id="{03FED114-322F-71FE-4DC1-6F92E711A7F6}"/>
                </a:ext>
              </a:extLst>
            </p:cNvPr>
            <p:cNvSpPr/>
            <p:nvPr/>
          </p:nvSpPr>
          <p:spPr>
            <a:xfrm>
              <a:off x="957707" y="2530332"/>
              <a:ext cx="170877" cy="154729"/>
            </a:xfrm>
            <a:custGeom>
              <a:avLst/>
              <a:gdLst/>
              <a:ahLst/>
              <a:cxnLst/>
              <a:rect l="l" t="t" r="r" b="b"/>
              <a:pathLst>
                <a:path w="2709" h="2453" extrusionOk="0">
                  <a:moveTo>
                    <a:pt x="1471" y="0"/>
                  </a:moveTo>
                  <a:cubicBezTo>
                    <a:pt x="1096" y="0"/>
                    <a:pt x="714" y="179"/>
                    <a:pt x="460" y="515"/>
                  </a:cubicBezTo>
                  <a:cubicBezTo>
                    <a:pt x="1" y="1023"/>
                    <a:pt x="73" y="1820"/>
                    <a:pt x="617" y="2219"/>
                  </a:cubicBezTo>
                  <a:cubicBezTo>
                    <a:pt x="831" y="2377"/>
                    <a:pt x="1076" y="2453"/>
                    <a:pt x="1318" y="2453"/>
                  </a:cubicBezTo>
                  <a:cubicBezTo>
                    <a:pt x="1705" y="2453"/>
                    <a:pt x="2081" y="2258"/>
                    <a:pt x="2297" y="1893"/>
                  </a:cubicBezTo>
                  <a:cubicBezTo>
                    <a:pt x="2708" y="1385"/>
                    <a:pt x="2636" y="636"/>
                    <a:pt x="2128" y="213"/>
                  </a:cubicBezTo>
                  <a:cubicBezTo>
                    <a:pt x="1934" y="69"/>
                    <a:pt x="1704" y="0"/>
                    <a:pt x="14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2" name="Google Shape;2287;p60">
              <a:extLst>
                <a:ext uri="{FF2B5EF4-FFF2-40B4-BE49-F238E27FC236}">
                  <a16:creationId xmlns:a16="http://schemas.microsoft.com/office/drawing/2014/main" id="{381500B9-6403-AA55-9019-967E2C5A8770}"/>
                </a:ext>
              </a:extLst>
            </p:cNvPr>
            <p:cNvSpPr/>
            <p:nvPr/>
          </p:nvSpPr>
          <p:spPr>
            <a:xfrm>
              <a:off x="1004888" y="2557077"/>
              <a:ext cx="100798" cy="86795"/>
            </a:xfrm>
            <a:custGeom>
              <a:avLst/>
              <a:gdLst/>
              <a:ahLst/>
              <a:cxnLst/>
              <a:rect l="l" t="t" r="r" b="b"/>
              <a:pathLst>
                <a:path w="1598" h="1376" extrusionOk="0">
                  <a:moveTo>
                    <a:pt x="489" y="0"/>
                  </a:moveTo>
                  <a:cubicBezTo>
                    <a:pt x="225" y="0"/>
                    <a:pt x="0" y="318"/>
                    <a:pt x="51" y="719"/>
                  </a:cubicBezTo>
                  <a:cubicBezTo>
                    <a:pt x="63" y="937"/>
                    <a:pt x="123" y="1155"/>
                    <a:pt x="208" y="1360"/>
                  </a:cubicBezTo>
                  <a:cubicBezTo>
                    <a:pt x="292" y="1369"/>
                    <a:pt x="376" y="1375"/>
                    <a:pt x="461" y="1375"/>
                  </a:cubicBezTo>
                  <a:cubicBezTo>
                    <a:pt x="594" y="1375"/>
                    <a:pt x="727" y="1361"/>
                    <a:pt x="860" y="1324"/>
                  </a:cubicBezTo>
                  <a:cubicBezTo>
                    <a:pt x="1344" y="1251"/>
                    <a:pt x="1598" y="828"/>
                    <a:pt x="1344" y="550"/>
                  </a:cubicBezTo>
                  <a:cubicBezTo>
                    <a:pt x="1266" y="480"/>
                    <a:pt x="1164" y="442"/>
                    <a:pt x="1062" y="442"/>
                  </a:cubicBezTo>
                  <a:cubicBezTo>
                    <a:pt x="988" y="442"/>
                    <a:pt x="914" y="462"/>
                    <a:pt x="848" y="502"/>
                  </a:cubicBezTo>
                  <a:cubicBezTo>
                    <a:pt x="897" y="321"/>
                    <a:pt x="824" y="127"/>
                    <a:pt x="655" y="43"/>
                  </a:cubicBezTo>
                  <a:cubicBezTo>
                    <a:pt x="599" y="14"/>
                    <a:pt x="543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3" name="Google Shape;2288;p60">
              <a:extLst>
                <a:ext uri="{FF2B5EF4-FFF2-40B4-BE49-F238E27FC236}">
                  <a16:creationId xmlns:a16="http://schemas.microsoft.com/office/drawing/2014/main" id="{F9EC9595-A0F2-0E2C-7605-1A0296997F50}"/>
                </a:ext>
              </a:extLst>
            </p:cNvPr>
            <p:cNvSpPr/>
            <p:nvPr/>
          </p:nvSpPr>
          <p:spPr>
            <a:xfrm>
              <a:off x="1859640" y="480644"/>
              <a:ext cx="1213043" cy="1113949"/>
            </a:xfrm>
            <a:custGeom>
              <a:avLst/>
              <a:gdLst/>
              <a:ahLst/>
              <a:cxnLst/>
              <a:rect l="l" t="t" r="r" b="b"/>
              <a:pathLst>
                <a:path w="19231" h="17660" extrusionOk="0">
                  <a:moveTo>
                    <a:pt x="1270" y="1"/>
                  </a:moveTo>
                  <a:lnTo>
                    <a:pt x="1270" y="13"/>
                  </a:lnTo>
                  <a:lnTo>
                    <a:pt x="1258" y="13"/>
                  </a:lnTo>
                  <a:lnTo>
                    <a:pt x="1258" y="25"/>
                  </a:lnTo>
                  <a:lnTo>
                    <a:pt x="1246" y="13"/>
                  </a:lnTo>
                  <a:lnTo>
                    <a:pt x="1246" y="25"/>
                  </a:lnTo>
                  <a:lnTo>
                    <a:pt x="1233" y="25"/>
                  </a:lnTo>
                  <a:lnTo>
                    <a:pt x="1233" y="37"/>
                  </a:lnTo>
                  <a:lnTo>
                    <a:pt x="1221" y="25"/>
                  </a:lnTo>
                  <a:lnTo>
                    <a:pt x="1221" y="37"/>
                  </a:lnTo>
                  <a:lnTo>
                    <a:pt x="1209" y="37"/>
                  </a:lnTo>
                  <a:lnTo>
                    <a:pt x="1209" y="49"/>
                  </a:lnTo>
                  <a:lnTo>
                    <a:pt x="1197" y="37"/>
                  </a:lnTo>
                  <a:lnTo>
                    <a:pt x="1197" y="49"/>
                  </a:lnTo>
                  <a:lnTo>
                    <a:pt x="1185" y="37"/>
                  </a:lnTo>
                  <a:lnTo>
                    <a:pt x="1185" y="49"/>
                  </a:lnTo>
                  <a:lnTo>
                    <a:pt x="1173" y="49"/>
                  </a:lnTo>
                  <a:lnTo>
                    <a:pt x="1173" y="61"/>
                  </a:lnTo>
                  <a:lnTo>
                    <a:pt x="1149" y="61"/>
                  </a:lnTo>
                  <a:lnTo>
                    <a:pt x="1149" y="73"/>
                  </a:lnTo>
                  <a:lnTo>
                    <a:pt x="1137" y="61"/>
                  </a:lnTo>
                  <a:lnTo>
                    <a:pt x="1137" y="73"/>
                  </a:lnTo>
                  <a:lnTo>
                    <a:pt x="1125" y="73"/>
                  </a:lnTo>
                  <a:lnTo>
                    <a:pt x="1125" y="85"/>
                  </a:lnTo>
                  <a:lnTo>
                    <a:pt x="1113" y="73"/>
                  </a:lnTo>
                  <a:lnTo>
                    <a:pt x="1113" y="85"/>
                  </a:lnTo>
                  <a:lnTo>
                    <a:pt x="1101" y="85"/>
                  </a:lnTo>
                  <a:lnTo>
                    <a:pt x="1101" y="97"/>
                  </a:lnTo>
                  <a:lnTo>
                    <a:pt x="1088" y="85"/>
                  </a:lnTo>
                  <a:lnTo>
                    <a:pt x="1088" y="97"/>
                  </a:lnTo>
                  <a:lnTo>
                    <a:pt x="1076" y="85"/>
                  </a:lnTo>
                  <a:lnTo>
                    <a:pt x="1076" y="97"/>
                  </a:lnTo>
                  <a:lnTo>
                    <a:pt x="1064" y="97"/>
                  </a:lnTo>
                  <a:lnTo>
                    <a:pt x="1064" y="110"/>
                  </a:lnTo>
                  <a:lnTo>
                    <a:pt x="1040" y="110"/>
                  </a:lnTo>
                  <a:lnTo>
                    <a:pt x="1040" y="122"/>
                  </a:lnTo>
                  <a:lnTo>
                    <a:pt x="1028" y="110"/>
                  </a:lnTo>
                  <a:lnTo>
                    <a:pt x="1028" y="122"/>
                  </a:lnTo>
                  <a:lnTo>
                    <a:pt x="1016" y="122"/>
                  </a:lnTo>
                  <a:lnTo>
                    <a:pt x="1016" y="134"/>
                  </a:lnTo>
                  <a:lnTo>
                    <a:pt x="1004" y="122"/>
                  </a:lnTo>
                  <a:lnTo>
                    <a:pt x="1004" y="134"/>
                  </a:lnTo>
                  <a:lnTo>
                    <a:pt x="992" y="134"/>
                  </a:lnTo>
                  <a:lnTo>
                    <a:pt x="992" y="146"/>
                  </a:lnTo>
                  <a:lnTo>
                    <a:pt x="980" y="134"/>
                  </a:lnTo>
                  <a:lnTo>
                    <a:pt x="980" y="146"/>
                  </a:lnTo>
                  <a:lnTo>
                    <a:pt x="955" y="146"/>
                  </a:lnTo>
                  <a:lnTo>
                    <a:pt x="955" y="158"/>
                  </a:lnTo>
                  <a:lnTo>
                    <a:pt x="943" y="146"/>
                  </a:lnTo>
                  <a:lnTo>
                    <a:pt x="943" y="158"/>
                  </a:lnTo>
                  <a:lnTo>
                    <a:pt x="931" y="158"/>
                  </a:lnTo>
                  <a:lnTo>
                    <a:pt x="931" y="170"/>
                  </a:lnTo>
                  <a:lnTo>
                    <a:pt x="919" y="158"/>
                  </a:lnTo>
                  <a:lnTo>
                    <a:pt x="919" y="170"/>
                  </a:lnTo>
                  <a:lnTo>
                    <a:pt x="907" y="170"/>
                  </a:lnTo>
                  <a:lnTo>
                    <a:pt x="907" y="182"/>
                  </a:lnTo>
                  <a:lnTo>
                    <a:pt x="895" y="170"/>
                  </a:lnTo>
                  <a:lnTo>
                    <a:pt x="895" y="182"/>
                  </a:lnTo>
                  <a:lnTo>
                    <a:pt x="883" y="170"/>
                  </a:lnTo>
                  <a:lnTo>
                    <a:pt x="883" y="182"/>
                  </a:lnTo>
                  <a:lnTo>
                    <a:pt x="883" y="194"/>
                  </a:lnTo>
                  <a:lnTo>
                    <a:pt x="871" y="182"/>
                  </a:lnTo>
                  <a:lnTo>
                    <a:pt x="871" y="194"/>
                  </a:lnTo>
                  <a:lnTo>
                    <a:pt x="847" y="194"/>
                  </a:lnTo>
                  <a:lnTo>
                    <a:pt x="847" y="206"/>
                  </a:lnTo>
                  <a:lnTo>
                    <a:pt x="835" y="194"/>
                  </a:lnTo>
                  <a:lnTo>
                    <a:pt x="835" y="206"/>
                  </a:lnTo>
                  <a:lnTo>
                    <a:pt x="823" y="206"/>
                  </a:lnTo>
                  <a:lnTo>
                    <a:pt x="823" y="218"/>
                  </a:lnTo>
                  <a:lnTo>
                    <a:pt x="810" y="206"/>
                  </a:lnTo>
                  <a:lnTo>
                    <a:pt x="810" y="218"/>
                  </a:lnTo>
                  <a:lnTo>
                    <a:pt x="798" y="218"/>
                  </a:lnTo>
                  <a:lnTo>
                    <a:pt x="798" y="230"/>
                  </a:lnTo>
                  <a:lnTo>
                    <a:pt x="786" y="218"/>
                  </a:lnTo>
                  <a:lnTo>
                    <a:pt x="786" y="230"/>
                  </a:lnTo>
                  <a:lnTo>
                    <a:pt x="774" y="230"/>
                  </a:lnTo>
                  <a:lnTo>
                    <a:pt x="774" y="242"/>
                  </a:lnTo>
                  <a:lnTo>
                    <a:pt x="762" y="230"/>
                  </a:lnTo>
                  <a:lnTo>
                    <a:pt x="762" y="242"/>
                  </a:lnTo>
                  <a:lnTo>
                    <a:pt x="738" y="242"/>
                  </a:lnTo>
                  <a:lnTo>
                    <a:pt x="738" y="255"/>
                  </a:lnTo>
                  <a:lnTo>
                    <a:pt x="726" y="242"/>
                  </a:lnTo>
                  <a:lnTo>
                    <a:pt x="726" y="255"/>
                  </a:lnTo>
                  <a:lnTo>
                    <a:pt x="714" y="255"/>
                  </a:lnTo>
                  <a:lnTo>
                    <a:pt x="714" y="267"/>
                  </a:lnTo>
                  <a:lnTo>
                    <a:pt x="702" y="255"/>
                  </a:lnTo>
                  <a:lnTo>
                    <a:pt x="702" y="267"/>
                  </a:lnTo>
                  <a:lnTo>
                    <a:pt x="690" y="267"/>
                  </a:lnTo>
                  <a:lnTo>
                    <a:pt x="690" y="279"/>
                  </a:lnTo>
                  <a:lnTo>
                    <a:pt x="677" y="267"/>
                  </a:lnTo>
                  <a:lnTo>
                    <a:pt x="677" y="279"/>
                  </a:lnTo>
                  <a:lnTo>
                    <a:pt x="653" y="279"/>
                  </a:lnTo>
                  <a:lnTo>
                    <a:pt x="653" y="291"/>
                  </a:lnTo>
                  <a:lnTo>
                    <a:pt x="641" y="291"/>
                  </a:lnTo>
                  <a:lnTo>
                    <a:pt x="641" y="303"/>
                  </a:lnTo>
                  <a:lnTo>
                    <a:pt x="629" y="291"/>
                  </a:lnTo>
                  <a:lnTo>
                    <a:pt x="629" y="303"/>
                  </a:lnTo>
                  <a:lnTo>
                    <a:pt x="617" y="291"/>
                  </a:lnTo>
                  <a:lnTo>
                    <a:pt x="617" y="303"/>
                  </a:lnTo>
                  <a:lnTo>
                    <a:pt x="605" y="303"/>
                  </a:lnTo>
                  <a:lnTo>
                    <a:pt x="605" y="315"/>
                  </a:lnTo>
                  <a:lnTo>
                    <a:pt x="593" y="303"/>
                  </a:lnTo>
                  <a:lnTo>
                    <a:pt x="593" y="315"/>
                  </a:lnTo>
                  <a:lnTo>
                    <a:pt x="581" y="315"/>
                  </a:lnTo>
                  <a:lnTo>
                    <a:pt x="581" y="327"/>
                  </a:lnTo>
                  <a:lnTo>
                    <a:pt x="569" y="315"/>
                  </a:lnTo>
                  <a:lnTo>
                    <a:pt x="569" y="327"/>
                  </a:lnTo>
                  <a:lnTo>
                    <a:pt x="545" y="327"/>
                  </a:lnTo>
                  <a:lnTo>
                    <a:pt x="545" y="339"/>
                  </a:lnTo>
                  <a:lnTo>
                    <a:pt x="532" y="327"/>
                  </a:lnTo>
                  <a:lnTo>
                    <a:pt x="532" y="339"/>
                  </a:lnTo>
                  <a:lnTo>
                    <a:pt x="532" y="351"/>
                  </a:lnTo>
                  <a:lnTo>
                    <a:pt x="520" y="339"/>
                  </a:lnTo>
                  <a:lnTo>
                    <a:pt x="520" y="351"/>
                  </a:lnTo>
                  <a:lnTo>
                    <a:pt x="508" y="339"/>
                  </a:lnTo>
                  <a:lnTo>
                    <a:pt x="508" y="351"/>
                  </a:lnTo>
                  <a:lnTo>
                    <a:pt x="496" y="351"/>
                  </a:lnTo>
                  <a:lnTo>
                    <a:pt x="496" y="363"/>
                  </a:lnTo>
                  <a:lnTo>
                    <a:pt x="484" y="351"/>
                  </a:lnTo>
                  <a:lnTo>
                    <a:pt x="484" y="363"/>
                  </a:lnTo>
                  <a:lnTo>
                    <a:pt x="472" y="363"/>
                  </a:lnTo>
                  <a:lnTo>
                    <a:pt x="472" y="375"/>
                  </a:lnTo>
                  <a:lnTo>
                    <a:pt x="460" y="363"/>
                  </a:lnTo>
                  <a:lnTo>
                    <a:pt x="460" y="375"/>
                  </a:lnTo>
                  <a:lnTo>
                    <a:pt x="448" y="375"/>
                  </a:lnTo>
                  <a:lnTo>
                    <a:pt x="448" y="388"/>
                  </a:lnTo>
                  <a:lnTo>
                    <a:pt x="436" y="375"/>
                  </a:lnTo>
                  <a:lnTo>
                    <a:pt x="436" y="388"/>
                  </a:lnTo>
                  <a:lnTo>
                    <a:pt x="424" y="375"/>
                  </a:lnTo>
                  <a:lnTo>
                    <a:pt x="424" y="388"/>
                  </a:lnTo>
                  <a:lnTo>
                    <a:pt x="424" y="400"/>
                  </a:lnTo>
                  <a:lnTo>
                    <a:pt x="412" y="388"/>
                  </a:lnTo>
                  <a:lnTo>
                    <a:pt x="412" y="400"/>
                  </a:lnTo>
                  <a:lnTo>
                    <a:pt x="387" y="400"/>
                  </a:lnTo>
                  <a:lnTo>
                    <a:pt x="387" y="412"/>
                  </a:lnTo>
                  <a:lnTo>
                    <a:pt x="375" y="400"/>
                  </a:lnTo>
                  <a:lnTo>
                    <a:pt x="375" y="412"/>
                  </a:lnTo>
                  <a:lnTo>
                    <a:pt x="363" y="412"/>
                  </a:lnTo>
                  <a:lnTo>
                    <a:pt x="363" y="424"/>
                  </a:lnTo>
                  <a:lnTo>
                    <a:pt x="351" y="412"/>
                  </a:lnTo>
                  <a:lnTo>
                    <a:pt x="351" y="424"/>
                  </a:lnTo>
                  <a:lnTo>
                    <a:pt x="339" y="424"/>
                  </a:lnTo>
                  <a:lnTo>
                    <a:pt x="339" y="436"/>
                  </a:lnTo>
                  <a:lnTo>
                    <a:pt x="327" y="424"/>
                  </a:lnTo>
                  <a:lnTo>
                    <a:pt x="327" y="436"/>
                  </a:lnTo>
                  <a:lnTo>
                    <a:pt x="315" y="424"/>
                  </a:lnTo>
                  <a:lnTo>
                    <a:pt x="315" y="436"/>
                  </a:lnTo>
                  <a:lnTo>
                    <a:pt x="303" y="436"/>
                  </a:lnTo>
                  <a:lnTo>
                    <a:pt x="303" y="448"/>
                  </a:lnTo>
                  <a:lnTo>
                    <a:pt x="279" y="448"/>
                  </a:lnTo>
                  <a:lnTo>
                    <a:pt x="279" y="460"/>
                  </a:lnTo>
                  <a:lnTo>
                    <a:pt x="267" y="448"/>
                  </a:lnTo>
                  <a:lnTo>
                    <a:pt x="267" y="460"/>
                  </a:lnTo>
                  <a:lnTo>
                    <a:pt x="254" y="460"/>
                  </a:lnTo>
                  <a:lnTo>
                    <a:pt x="254" y="472"/>
                  </a:lnTo>
                  <a:lnTo>
                    <a:pt x="242" y="460"/>
                  </a:lnTo>
                  <a:lnTo>
                    <a:pt x="242" y="472"/>
                  </a:lnTo>
                  <a:lnTo>
                    <a:pt x="230" y="472"/>
                  </a:lnTo>
                  <a:lnTo>
                    <a:pt x="230" y="484"/>
                  </a:lnTo>
                  <a:lnTo>
                    <a:pt x="218" y="472"/>
                  </a:lnTo>
                  <a:lnTo>
                    <a:pt x="218" y="484"/>
                  </a:lnTo>
                  <a:lnTo>
                    <a:pt x="194" y="484"/>
                  </a:lnTo>
                  <a:lnTo>
                    <a:pt x="194" y="496"/>
                  </a:lnTo>
                  <a:lnTo>
                    <a:pt x="182" y="484"/>
                  </a:lnTo>
                  <a:lnTo>
                    <a:pt x="182" y="496"/>
                  </a:lnTo>
                  <a:lnTo>
                    <a:pt x="170" y="496"/>
                  </a:lnTo>
                  <a:lnTo>
                    <a:pt x="170" y="508"/>
                  </a:lnTo>
                  <a:lnTo>
                    <a:pt x="158" y="496"/>
                  </a:lnTo>
                  <a:lnTo>
                    <a:pt x="158" y="508"/>
                  </a:lnTo>
                  <a:lnTo>
                    <a:pt x="146" y="508"/>
                  </a:lnTo>
                  <a:lnTo>
                    <a:pt x="146" y="520"/>
                  </a:lnTo>
                  <a:lnTo>
                    <a:pt x="134" y="508"/>
                  </a:lnTo>
                  <a:lnTo>
                    <a:pt x="134" y="520"/>
                  </a:lnTo>
                  <a:lnTo>
                    <a:pt x="121" y="520"/>
                  </a:lnTo>
                  <a:lnTo>
                    <a:pt x="121" y="533"/>
                  </a:lnTo>
                  <a:lnTo>
                    <a:pt x="109" y="520"/>
                  </a:lnTo>
                  <a:lnTo>
                    <a:pt x="109" y="533"/>
                  </a:lnTo>
                  <a:lnTo>
                    <a:pt x="85" y="533"/>
                  </a:lnTo>
                  <a:lnTo>
                    <a:pt x="85" y="545"/>
                  </a:lnTo>
                  <a:lnTo>
                    <a:pt x="73" y="533"/>
                  </a:lnTo>
                  <a:lnTo>
                    <a:pt x="73" y="545"/>
                  </a:lnTo>
                  <a:lnTo>
                    <a:pt x="73" y="557"/>
                  </a:lnTo>
                  <a:lnTo>
                    <a:pt x="61" y="545"/>
                  </a:lnTo>
                  <a:lnTo>
                    <a:pt x="61" y="557"/>
                  </a:lnTo>
                  <a:lnTo>
                    <a:pt x="49" y="545"/>
                  </a:lnTo>
                  <a:lnTo>
                    <a:pt x="49" y="557"/>
                  </a:lnTo>
                  <a:lnTo>
                    <a:pt x="37" y="557"/>
                  </a:lnTo>
                  <a:lnTo>
                    <a:pt x="37" y="569"/>
                  </a:lnTo>
                  <a:lnTo>
                    <a:pt x="25" y="557"/>
                  </a:lnTo>
                  <a:lnTo>
                    <a:pt x="25" y="569"/>
                  </a:lnTo>
                  <a:lnTo>
                    <a:pt x="13" y="569"/>
                  </a:lnTo>
                  <a:lnTo>
                    <a:pt x="13" y="581"/>
                  </a:lnTo>
                  <a:lnTo>
                    <a:pt x="1" y="569"/>
                  </a:lnTo>
                  <a:lnTo>
                    <a:pt x="1" y="15049"/>
                  </a:lnTo>
                  <a:lnTo>
                    <a:pt x="4521" y="17660"/>
                  </a:lnTo>
                  <a:lnTo>
                    <a:pt x="19231" y="10383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4" name="Google Shape;2289;p60">
              <a:extLst>
                <a:ext uri="{FF2B5EF4-FFF2-40B4-BE49-F238E27FC236}">
                  <a16:creationId xmlns:a16="http://schemas.microsoft.com/office/drawing/2014/main" id="{3B28E398-2C90-EC59-804C-737D09F355A9}"/>
                </a:ext>
              </a:extLst>
            </p:cNvPr>
            <p:cNvSpPr/>
            <p:nvPr/>
          </p:nvSpPr>
          <p:spPr>
            <a:xfrm>
              <a:off x="2144810" y="1135573"/>
              <a:ext cx="928627" cy="1103289"/>
            </a:xfrm>
            <a:custGeom>
              <a:avLst/>
              <a:gdLst/>
              <a:ahLst/>
              <a:cxnLst/>
              <a:rect l="l" t="t" r="r" b="b"/>
              <a:pathLst>
                <a:path w="14722" h="17491" extrusionOk="0">
                  <a:moveTo>
                    <a:pt x="14710" y="0"/>
                  </a:moveTo>
                  <a:lnTo>
                    <a:pt x="0" y="7277"/>
                  </a:lnTo>
                  <a:lnTo>
                    <a:pt x="12582" y="14541"/>
                  </a:lnTo>
                  <a:lnTo>
                    <a:pt x="13453" y="17490"/>
                  </a:lnTo>
                  <a:lnTo>
                    <a:pt x="13453" y="17454"/>
                  </a:lnTo>
                  <a:lnTo>
                    <a:pt x="13465" y="17478"/>
                  </a:lnTo>
                  <a:lnTo>
                    <a:pt x="13465" y="17442"/>
                  </a:lnTo>
                  <a:lnTo>
                    <a:pt x="13477" y="17478"/>
                  </a:lnTo>
                  <a:lnTo>
                    <a:pt x="13477" y="17442"/>
                  </a:lnTo>
                  <a:lnTo>
                    <a:pt x="13489" y="17478"/>
                  </a:lnTo>
                  <a:lnTo>
                    <a:pt x="13489" y="17442"/>
                  </a:lnTo>
                  <a:lnTo>
                    <a:pt x="13501" y="17466"/>
                  </a:lnTo>
                  <a:lnTo>
                    <a:pt x="13501" y="17430"/>
                  </a:lnTo>
                  <a:lnTo>
                    <a:pt x="13513" y="17466"/>
                  </a:lnTo>
                  <a:lnTo>
                    <a:pt x="13513" y="17418"/>
                  </a:lnTo>
                  <a:lnTo>
                    <a:pt x="13525" y="17454"/>
                  </a:lnTo>
                  <a:lnTo>
                    <a:pt x="13525" y="17418"/>
                  </a:lnTo>
                  <a:lnTo>
                    <a:pt x="13537" y="17454"/>
                  </a:lnTo>
                  <a:lnTo>
                    <a:pt x="13537" y="17418"/>
                  </a:lnTo>
                  <a:lnTo>
                    <a:pt x="13549" y="17454"/>
                  </a:lnTo>
                  <a:lnTo>
                    <a:pt x="13549" y="17405"/>
                  </a:lnTo>
                  <a:lnTo>
                    <a:pt x="13561" y="17442"/>
                  </a:lnTo>
                  <a:lnTo>
                    <a:pt x="13561" y="17405"/>
                  </a:lnTo>
                  <a:lnTo>
                    <a:pt x="13574" y="17442"/>
                  </a:lnTo>
                  <a:lnTo>
                    <a:pt x="13574" y="17430"/>
                  </a:lnTo>
                  <a:lnTo>
                    <a:pt x="13574" y="17393"/>
                  </a:lnTo>
                  <a:lnTo>
                    <a:pt x="13586" y="17430"/>
                  </a:lnTo>
                  <a:lnTo>
                    <a:pt x="13586" y="17393"/>
                  </a:lnTo>
                  <a:lnTo>
                    <a:pt x="13598" y="17430"/>
                  </a:lnTo>
                  <a:lnTo>
                    <a:pt x="13598" y="17381"/>
                  </a:lnTo>
                  <a:lnTo>
                    <a:pt x="13610" y="17418"/>
                  </a:lnTo>
                  <a:lnTo>
                    <a:pt x="13610" y="17381"/>
                  </a:lnTo>
                  <a:lnTo>
                    <a:pt x="13622" y="17418"/>
                  </a:lnTo>
                  <a:lnTo>
                    <a:pt x="13622" y="17369"/>
                  </a:lnTo>
                  <a:lnTo>
                    <a:pt x="13634" y="17405"/>
                  </a:lnTo>
                  <a:lnTo>
                    <a:pt x="13634" y="17369"/>
                  </a:lnTo>
                  <a:lnTo>
                    <a:pt x="13646" y="17405"/>
                  </a:lnTo>
                  <a:lnTo>
                    <a:pt x="13646" y="17369"/>
                  </a:lnTo>
                  <a:lnTo>
                    <a:pt x="13658" y="17393"/>
                  </a:lnTo>
                  <a:lnTo>
                    <a:pt x="13658" y="17357"/>
                  </a:lnTo>
                  <a:lnTo>
                    <a:pt x="13670" y="17393"/>
                  </a:lnTo>
                  <a:lnTo>
                    <a:pt x="13670" y="17357"/>
                  </a:lnTo>
                  <a:lnTo>
                    <a:pt x="13682" y="17393"/>
                  </a:lnTo>
                  <a:lnTo>
                    <a:pt x="13682" y="17357"/>
                  </a:lnTo>
                  <a:lnTo>
                    <a:pt x="13694" y="17381"/>
                  </a:lnTo>
                  <a:lnTo>
                    <a:pt x="13694" y="17345"/>
                  </a:lnTo>
                  <a:lnTo>
                    <a:pt x="13707" y="17381"/>
                  </a:lnTo>
                  <a:lnTo>
                    <a:pt x="13707" y="17333"/>
                  </a:lnTo>
                  <a:lnTo>
                    <a:pt x="13719" y="17369"/>
                  </a:lnTo>
                  <a:lnTo>
                    <a:pt x="13719" y="17333"/>
                  </a:lnTo>
                  <a:lnTo>
                    <a:pt x="13731" y="17369"/>
                  </a:lnTo>
                  <a:lnTo>
                    <a:pt x="13731" y="17333"/>
                  </a:lnTo>
                  <a:lnTo>
                    <a:pt x="13743" y="17369"/>
                  </a:lnTo>
                  <a:lnTo>
                    <a:pt x="13743" y="17321"/>
                  </a:lnTo>
                  <a:lnTo>
                    <a:pt x="13755" y="17357"/>
                  </a:lnTo>
                  <a:lnTo>
                    <a:pt x="13755" y="17321"/>
                  </a:lnTo>
                  <a:lnTo>
                    <a:pt x="13767" y="17345"/>
                  </a:lnTo>
                  <a:lnTo>
                    <a:pt x="13767" y="17309"/>
                  </a:lnTo>
                  <a:lnTo>
                    <a:pt x="13779" y="17345"/>
                  </a:lnTo>
                  <a:lnTo>
                    <a:pt x="13779" y="17309"/>
                  </a:lnTo>
                  <a:lnTo>
                    <a:pt x="13791" y="17345"/>
                  </a:lnTo>
                  <a:lnTo>
                    <a:pt x="13791" y="17297"/>
                  </a:lnTo>
                  <a:lnTo>
                    <a:pt x="13803" y="17333"/>
                  </a:lnTo>
                  <a:lnTo>
                    <a:pt x="13803" y="17297"/>
                  </a:lnTo>
                  <a:lnTo>
                    <a:pt x="13815" y="17333"/>
                  </a:lnTo>
                  <a:lnTo>
                    <a:pt x="13815" y="17285"/>
                  </a:lnTo>
                  <a:lnTo>
                    <a:pt x="13827" y="17321"/>
                  </a:lnTo>
                  <a:lnTo>
                    <a:pt x="13827" y="17285"/>
                  </a:lnTo>
                  <a:lnTo>
                    <a:pt x="13839" y="17321"/>
                  </a:lnTo>
                  <a:lnTo>
                    <a:pt x="13839" y="17285"/>
                  </a:lnTo>
                  <a:lnTo>
                    <a:pt x="13852" y="17309"/>
                  </a:lnTo>
                  <a:lnTo>
                    <a:pt x="13852" y="17272"/>
                  </a:lnTo>
                  <a:lnTo>
                    <a:pt x="13864" y="17309"/>
                  </a:lnTo>
                  <a:lnTo>
                    <a:pt x="13864" y="17272"/>
                  </a:lnTo>
                  <a:lnTo>
                    <a:pt x="13876" y="17297"/>
                  </a:lnTo>
                  <a:lnTo>
                    <a:pt x="13876" y="17260"/>
                  </a:lnTo>
                  <a:lnTo>
                    <a:pt x="13888" y="17297"/>
                  </a:lnTo>
                  <a:lnTo>
                    <a:pt x="13888" y="17260"/>
                  </a:lnTo>
                  <a:lnTo>
                    <a:pt x="13900" y="17297"/>
                  </a:lnTo>
                  <a:lnTo>
                    <a:pt x="13900" y="17248"/>
                  </a:lnTo>
                  <a:lnTo>
                    <a:pt x="13912" y="17285"/>
                  </a:lnTo>
                  <a:lnTo>
                    <a:pt x="13912" y="17248"/>
                  </a:lnTo>
                  <a:lnTo>
                    <a:pt x="13924" y="17285"/>
                  </a:lnTo>
                  <a:lnTo>
                    <a:pt x="13924" y="17236"/>
                  </a:lnTo>
                  <a:lnTo>
                    <a:pt x="13936" y="17272"/>
                  </a:lnTo>
                  <a:lnTo>
                    <a:pt x="13936" y="17236"/>
                  </a:lnTo>
                  <a:lnTo>
                    <a:pt x="13948" y="17272"/>
                  </a:lnTo>
                  <a:lnTo>
                    <a:pt x="13948" y="17236"/>
                  </a:lnTo>
                  <a:lnTo>
                    <a:pt x="13960" y="17260"/>
                  </a:lnTo>
                  <a:lnTo>
                    <a:pt x="13960" y="17224"/>
                  </a:lnTo>
                  <a:lnTo>
                    <a:pt x="13972" y="17260"/>
                  </a:lnTo>
                  <a:lnTo>
                    <a:pt x="13972" y="17224"/>
                  </a:lnTo>
                  <a:lnTo>
                    <a:pt x="13985" y="17260"/>
                  </a:lnTo>
                  <a:lnTo>
                    <a:pt x="13985" y="17212"/>
                  </a:lnTo>
                  <a:lnTo>
                    <a:pt x="13997" y="17248"/>
                  </a:lnTo>
                  <a:lnTo>
                    <a:pt x="13997" y="17212"/>
                  </a:lnTo>
                  <a:lnTo>
                    <a:pt x="14009" y="17248"/>
                  </a:lnTo>
                  <a:lnTo>
                    <a:pt x="14009" y="17200"/>
                  </a:lnTo>
                  <a:lnTo>
                    <a:pt x="14021" y="17236"/>
                  </a:lnTo>
                  <a:lnTo>
                    <a:pt x="14021" y="17200"/>
                  </a:lnTo>
                  <a:lnTo>
                    <a:pt x="14033" y="17236"/>
                  </a:lnTo>
                  <a:lnTo>
                    <a:pt x="14033" y="17200"/>
                  </a:lnTo>
                  <a:lnTo>
                    <a:pt x="14045" y="17224"/>
                  </a:lnTo>
                  <a:lnTo>
                    <a:pt x="14045" y="17188"/>
                  </a:lnTo>
                  <a:lnTo>
                    <a:pt x="14057" y="17224"/>
                  </a:lnTo>
                  <a:lnTo>
                    <a:pt x="14057" y="17188"/>
                  </a:lnTo>
                  <a:lnTo>
                    <a:pt x="14069" y="17212"/>
                  </a:lnTo>
                  <a:lnTo>
                    <a:pt x="14069" y="17176"/>
                  </a:lnTo>
                  <a:lnTo>
                    <a:pt x="14081" y="17212"/>
                  </a:lnTo>
                  <a:lnTo>
                    <a:pt x="14081" y="17176"/>
                  </a:lnTo>
                  <a:lnTo>
                    <a:pt x="14093" y="17212"/>
                  </a:lnTo>
                  <a:lnTo>
                    <a:pt x="14093" y="17164"/>
                  </a:lnTo>
                  <a:lnTo>
                    <a:pt x="14105" y="17200"/>
                  </a:lnTo>
                  <a:lnTo>
                    <a:pt x="14105" y="17164"/>
                  </a:lnTo>
                  <a:lnTo>
                    <a:pt x="14117" y="17200"/>
                  </a:lnTo>
                  <a:lnTo>
                    <a:pt x="14117" y="17152"/>
                  </a:lnTo>
                  <a:lnTo>
                    <a:pt x="14130" y="17188"/>
                  </a:lnTo>
                  <a:lnTo>
                    <a:pt x="14130" y="17152"/>
                  </a:lnTo>
                  <a:lnTo>
                    <a:pt x="14142" y="17188"/>
                  </a:lnTo>
                  <a:lnTo>
                    <a:pt x="14142" y="17152"/>
                  </a:lnTo>
                  <a:lnTo>
                    <a:pt x="14154" y="17176"/>
                  </a:lnTo>
                  <a:lnTo>
                    <a:pt x="14154" y="17140"/>
                  </a:lnTo>
                  <a:lnTo>
                    <a:pt x="14166" y="17176"/>
                  </a:lnTo>
                  <a:lnTo>
                    <a:pt x="14166" y="17127"/>
                  </a:lnTo>
                  <a:lnTo>
                    <a:pt x="14178" y="17164"/>
                  </a:lnTo>
                  <a:lnTo>
                    <a:pt x="14178" y="17127"/>
                  </a:lnTo>
                  <a:lnTo>
                    <a:pt x="14190" y="17164"/>
                  </a:lnTo>
                  <a:lnTo>
                    <a:pt x="14190" y="17127"/>
                  </a:lnTo>
                  <a:lnTo>
                    <a:pt x="14202" y="17164"/>
                  </a:lnTo>
                  <a:lnTo>
                    <a:pt x="14202" y="17115"/>
                  </a:lnTo>
                  <a:lnTo>
                    <a:pt x="14214" y="17152"/>
                  </a:lnTo>
                  <a:lnTo>
                    <a:pt x="14214" y="17115"/>
                  </a:lnTo>
                  <a:lnTo>
                    <a:pt x="14226" y="17140"/>
                  </a:lnTo>
                  <a:lnTo>
                    <a:pt x="14226" y="17103"/>
                  </a:lnTo>
                  <a:lnTo>
                    <a:pt x="14238" y="17140"/>
                  </a:lnTo>
                  <a:lnTo>
                    <a:pt x="14238" y="17103"/>
                  </a:lnTo>
                  <a:lnTo>
                    <a:pt x="14250" y="17140"/>
                  </a:lnTo>
                  <a:lnTo>
                    <a:pt x="14250" y="17103"/>
                  </a:lnTo>
                  <a:lnTo>
                    <a:pt x="14263" y="17127"/>
                  </a:lnTo>
                  <a:lnTo>
                    <a:pt x="14263" y="17091"/>
                  </a:lnTo>
                  <a:lnTo>
                    <a:pt x="14275" y="17127"/>
                  </a:lnTo>
                  <a:lnTo>
                    <a:pt x="14275" y="17079"/>
                  </a:lnTo>
                  <a:lnTo>
                    <a:pt x="14287" y="17115"/>
                  </a:lnTo>
                  <a:lnTo>
                    <a:pt x="14287" y="17079"/>
                  </a:lnTo>
                  <a:lnTo>
                    <a:pt x="14299" y="17115"/>
                  </a:lnTo>
                  <a:lnTo>
                    <a:pt x="14299" y="17079"/>
                  </a:lnTo>
                  <a:lnTo>
                    <a:pt x="14311" y="17115"/>
                  </a:lnTo>
                  <a:lnTo>
                    <a:pt x="14311" y="17067"/>
                  </a:lnTo>
                  <a:lnTo>
                    <a:pt x="14323" y="17103"/>
                  </a:lnTo>
                  <a:lnTo>
                    <a:pt x="14323" y="17067"/>
                  </a:lnTo>
                  <a:lnTo>
                    <a:pt x="14335" y="17103"/>
                  </a:lnTo>
                  <a:lnTo>
                    <a:pt x="14335" y="17091"/>
                  </a:lnTo>
                  <a:lnTo>
                    <a:pt x="14335" y="17055"/>
                  </a:lnTo>
                  <a:lnTo>
                    <a:pt x="14347" y="17091"/>
                  </a:lnTo>
                  <a:lnTo>
                    <a:pt x="14347" y="17055"/>
                  </a:lnTo>
                  <a:lnTo>
                    <a:pt x="14359" y="17091"/>
                  </a:lnTo>
                  <a:lnTo>
                    <a:pt x="14359" y="17043"/>
                  </a:lnTo>
                  <a:lnTo>
                    <a:pt x="14371" y="17079"/>
                  </a:lnTo>
                  <a:lnTo>
                    <a:pt x="14371" y="17043"/>
                  </a:lnTo>
                  <a:lnTo>
                    <a:pt x="14383" y="17079"/>
                  </a:lnTo>
                  <a:lnTo>
                    <a:pt x="14383" y="17043"/>
                  </a:lnTo>
                  <a:lnTo>
                    <a:pt x="14395" y="17079"/>
                  </a:lnTo>
                  <a:lnTo>
                    <a:pt x="14395" y="17031"/>
                  </a:lnTo>
                  <a:lnTo>
                    <a:pt x="14408" y="17067"/>
                  </a:lnTo>
                  <a:lnTo>
                    <a:pt x="14408" y="17031"/>
                  </a:lnTo>
                  <a:lnTo>
                    <a:pt x="14420" y="17055"/>
                  </a:lnTo>
                  <a:lnTo>
                    <a:pt x="14420" y="17019"/>
                  </a:lnTo>
                  <a:lnTo>
                    <a:pt x="14432" y="17055"/>
                  </a:lnTo>
                  <a:lnTo>
                    <a:pt x="14432" y="17019"/>
                  </a:lnTo>
                  <a:lnTo>
                    <a:pt x="14444" y="17055"/>
                  </a:lnTo>
                  <a:lnTo>
                    <a:pt x="14444" y="17043"/>
                  </a:lnTo>
                  <a:lnTo>
                    <a:pt x="14444" y="17007"/>
                  </a:lnTo>
                  <a:lnTo>
                    <a:pt x="14456" y="17043"/>
                  </a:lnTo>
                  <a:lnTo>
                    <a:pt x="14456" y="17007"/>
                  </a:lnTo>
                  <a:lnTo>
                    <a:pt x="14468" y="17043"/>
                  </a:lnTo>
                  <a:lnTo>
                    <a:pt x="14468" y="16994"/>
                  </a:lnTo>
                  <a:lnTo>
                    <a:pt x="14480" y="17031"/>
                  </a:lnTo>
                  <a:lnTo>
                    <a:pt x="14480" y="16994"/>
                  </a:lnTo>
                  <a:lnTo>
                    <a:pt x="14492" y="17031"/>
                  </a:lnTo>
                  <a:lnTo>
                    <a:pt x="14492" y="16994"/>
                  </a:lnTo>
                  <a:lnTo>
                    <a:pt x="14504" y="17031"/>
                  </a:lnTo>
                  <a:lnTo>
                    <a:pt x="14504" y="16982"/>
                  </a:lnTo>
                  <a:lnTo>
                    <a:pt x="14516" y="17019"/>
                  </a:lnTo>
                  <a:lnTo>
                    <a:pt x="14516" y="16982"/>
                  </a:lnTo>
                  <a:lnTo>
                    <a:pt x="14528" y="17007"/>
                  </a:lnTo>
                  <a:lnTo>
                    <a:pt x="14528" y="16970"/>
                  </a:lnTo>
                  <a:lnTo>
                    <a:pt x="14541" y="17007"/>
                  </a:lnTo>
                  <a:lnTo>
                    <a:pt x="14541" y="16970"/>
                  </a:lnTo>
                  <a:lnTo>
                    <a:pt x="14553" y="17007"/>
                  </a:lnTo>
                  <a:lnTo>
                    <a:pt x="14553" y="16958"/>
                  </a:lnTo>
                  <a:lnTo>
                    <a:pt x="14565" y="16994"/>
                  </a:lnTo>
                  <a:lnTo>
                    <a:pt x="14565" y="16958"/>
                  </a:lnTo>
                  <a:lnTo>
                    <a:pt x="14577" y="16994"/>
                  </a:lnTo>
                  <a:lnTo>
                    <a:pt x="14577" y="16946"/>
                  </a:lnTo>
                  <a:lnTo>
                    <a:pt x="14589" y="16982"/>
                  </a:lnTo>
                  <a:lnTo>
                    <a:pt x="14589" y="16946"/>
                  </a:lnTo>
                  <a:lnTo>
                    <a:pt x="14601" y="16982"/>
                  </a:lnTo>
                  <a:lnTo>
                    <a:pt x="14601" y="16946"/>
                  </a:lnTo>
                  <a:lnTo>
                    <a:pt x="14613" y="16970"/>
                  </a:lnTo>
                  <a:lnTo>
                    <a:pt x="14613" y="16934"/>
                  </a:lnTo>
                  <a:lnTo>
                    <a:pt x="14625" y="16970"/>
                  </a:lnTo>
                  <a:lnTo>
                    <a:pt x="14625" y="16934"/>
                  </a:lnTo>
                  <a:lnTo>
                    <a:pt x="14637" y="16958"/>
                  </a:lnTo>
                  <a:lnTo>
                    <a:pt x="14637" y="16922"/>
                  </a:lnTo>
                  <a:lnTo>
                    <a:pt x="14649" y="16958"/>
                  </a:lnTo>
                  <a:lnTo>
                    <a:pt x="14649" y="16922"/>
                  </a:lnTo>
                  <a:lnTo>
                    <a:pt x="14661" y="16958"/>
                  </a:lnTo>
                  <a:lnTo>
                    <a:pt x="14661" y="16910"/>
                  </a:lnTo>
                  <a:lnTo>
                    <a:pt x="14673" y="16946"/>
                  </a:lnTo>
                  <a:lnTo>
                    <a:pt x="14673" y="16910"/>
                  </a:lnTo>
                  <a:lnTo>
                    <a:pt x="14686" y="16946"/>
                  </a:lnTo>
                  <a:lnTo>
                    <a:pt x="14686" y="16898"/>
                  </a:lnTo>
                  <a:lnTo>
                    <a:pt x="14698" y="16934"/>
                  </a:lnTo>
                  <a:lnTo>
                    <a:pt x="14698" y="16898"/>
                  </a:lnTo>
                  <a:lnTo>
                    <a:pt x="14710" y="16934"/>
                  </a:lnTo>
                  <a:lnTo>
                    <a:pt x="14710" y="16898"/>
                  </a:lnTo>
                  <a:lnTo>
                    <a:pt x="14722" y="16922"/>
                  </a:lnTo>
                  <a:lnTo>
                    <a:pt x="14722" y="0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5" name="Google Shape;2290;p60">
              <a:extLst>
                <a:ext uri="{FF2B5EF4-FFF2-40B4-BE49-F238E27FC236}">
                  <a16:creationId xmlns:a16="http://schemas.microsoft.com/office/drawing/2014/main" id="{73B3550B-61B9-02C2-BF7C-F1ADAAB32E14}"/>
                </a:ext>
              </a:extLst>
            </p:cNvPr>
            <p:cNvSpPr/>
            <p:nvPr/>
          </p:nvSpPr>
          <p:spPr>
            <a:xfrm>
              <a:off x="1858883" y="517228"/>
              <a:ext cx="1133755" cy="1722394"/>
            </a:xfrm>
            <a:custGeom>
              <a:avLst/>
              <a:gdLst/>
              <a:ahLst/>
              <a:cxnLst/>
              <a:rect l="l" t="t" r="r" b="b"/>
              <a:pathLst>
                <a:path w="17974" h="27306" extrusionOk="0">
                  <a:moveTo>
                    <a:pt x="1" y="1"/>
                  </a:moveTo>
                  <a:lnTo>
                    <a:pt x="1" y="14469"/>
                  </a:lnTo>
                  <a:lnTo>
                    <a:pt x="17103" y="24344"/>
                  </a:lnTo>
                  <a:lnTo>
                    <a:pt x="17974" y="27305"/>
                  </a:lnTo>
                  <a:lnTo>
                    <a:pt x="17974" y="103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6" name="Google Shape;2291;p60">
              <a:extLst>
                <a:ext uri="{FF2B5EF4-FFF2-40B4-BE49-F238E27FC236}">
                  <a16:creationId xmlns:a16="http://schemas.microsoft.com/office/drawing/2014/main" id="{C6F6D04B-7CD8-1B7B-72B6-973FD795E7DF}"/>
                </a:ext>
              </a:extLst>
            </p:cNvPr>
            <p:cNvSpPr/>
            <p:nvPr/>
          </p:nvSpPr>
          <p:spPr>
            <a:xfrm>
              <a:off x="1885565" y="563779"/>
              <a:ext cx="1080391" cy="1474563"/>
            </a:xfrm>
            <a:custGeom>
              <a:avLst/>
              <a:gdLst/>
              <a:ahLst/>
              <a:cxnLst/>
              <a:rect l="l" t="t" r="r" b="b"/>
              <a:pathLst>
                <a:path w="17128" h="23377" extrusionOk="0">
                  <a:moveTo>
                    <a:pt x="1" y="0"/>
                  </a:moveTo>
                  <a:lnTo>
                    <a:pt x="1" y="13489"/>
                  </a:lnTo>
                  <a:lnTo>
                    <a:pt x="17043" y="23328"/>
                  </a:lnTo>
                  <a:lnTo>
                    <a:pt x="17116" y="23376"/>
                  </a:lnTo>
                  <a:lnTo>
                    <a:pt x="17128" y="98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7" name="Google Shape;2292;p60">
              <a:extLst>
                <a:ext uri="{FF2B5EF4-FFF2-40B4-BE49-F238E27FC236}">
                  <a16:creationId xmlns:a16="http://schemas.microsoft.com/office/drawing/2014/main" id="{68F06D43-61C5-DDFA-0EDE-9301612929B3}"/>
                </a:ext>
              </a:extLst>
            </p:cNvPr>
            <p:cNvSpPr/>
            <p:nvPr/>
          </p:nvSpPr>
          <p:spPr>
            <a:xfrm>
              <a:off x="1920636" y="695800"/>
              <a:ext cx="279118" cy="328003"/>
            </a:xfrm>
            <a:custGeom>
              <a:avLst/>
              <a:gdLst/>
              <a:ahLst/>
              <a:cxnLst/>
              <a:rect l="l" t="t" r="r" b="b"/>
              <a:pathLst>
                <a:path w="4425" h="5200" extrusionOk="0">
                  <a:moveTo>
                    <a:pt x="1315" y="0"/>
                  </a:moveTo>
                  <a:cubicBezTo>
                    <a:pt x="1129" y="0"/>
                    <a:pt x="954" y="43"/>
                    <a:pt x="798" y="131"/>
                  </a:cubicBezTo>
                  <a:cubicBezTo>
                    <a:pt x="1" y="590"/>
                    <a:pt x="1" y="2065"/>
                    <a:pt x="786" y="3419"/>
                  </a:cubicBezTo>
                  <a:cubicBezTo>
                    <a:pt x="1423" y="4509"/>
                    <a:pt x="2361" y="5199"/>
                    <a:pt x="3113" y="5199"/>
                  </a:cubicBezTo>
                  <a:cubicBezTo>
                    <a:pt x="3302" y="5199"/>
                    <a:pt x="3480" y="5155"/>
                    <a:pt x="3639" y="5063"/>
                  </a:cubicBezTo>
                  <a:cubicBezTo>
                    <a:pt x="4424" y="4615"/>
                    <a:pt x="4424" y="3141"/>
                    <a:pt x="3639" y="1775"/>
                  </a:cubicBezTo>
                  <a:cubicBezTo>
                    <a:pt x="3009" y="690"/>
                    <a:pt x="2068" y="0"/>
                    <a:pt x="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8" name="Google Shape;2293;p60">
              <a:extLst>
                <a:ext uri="{FF2B5EF4-FFF2-40B4-BE49-F238E27FC236}">
                  <a16:creationId xmlns:a16="http://schemas.microsoft.com/office/drawing/2014/main" id="{FADD87A7-75A5-F31E-1AB5-CEEF46B954DD}"/>
                </a:ext>
              </a:extLst>
            </p:cNvPr>
            <p:cNvSpPr/>
            <p:nvPr/>
          </p:nvSpPr>
          <p:spPr>
            <a:xfrm>
              <a:off x="1996138" y="768843"/>
              <a:ext cx="128867" cy="151764"/>
            </a:xfrm>
            <a:custGeom>
              <a:avLst/>
              <a:gdLst/>
              <a:ahLst/>
              <a:cxnLst/>
              <a:rect l="l" t="t" r="r" b="b"/>
              <a:pathLst>
                <a:path w="2043" h="2406" extrusionOk="0">
                  <a:moveTo>
                    <a:pt x="602" y="1"/>
                  </a:moveTo>
                  <a:cubicBezTo>
                    <a:pt x="515" y="1"/>
                    <a:pt x="435" y="20"/>
                    <a:pt x="363" y="61"/>
                  </a:cubicBezTo>
                  <a:cubicBezTo>
                    <a:pt x="0" y="279"/>
                    <a:pt x="0" y="955"/>
                    <a:pt x="363" y="1584"/>
                  </a:cubicBezTo>
                  <a:cubicBezTo>
                    <a:pt x="654" y="2088"/>
                    <a:pt x="1092" y="2405"/>
                    <a:pt x="1441" y="2405"/>
                  </a:cubicBezTo>
                  <a:cubicBezTo>
                    <a:pt x="1528" y="2405"/>
                    <a:pt x="1608" y="2386"/>
                    <a:pt x="1680" y="2345"/>
                  </a:cubicBezTo>
                  <a:cubicBezTo>
                    <a:pt x="2043" y="2128"/>
                    <a:pt x="2043" y="1451"/>
                    <a:pt x="1680" y="822"/>
                  </a:cubicBezTo>
                  <a:cubicBezTo>
                    <a:pt x="1389" y="318"/>
                    <a:pt x="951" y="1"/>
                    <a:pt x="6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9" name="Google Shape;2294;p60">
              <a:extLst>
                <a:ext uri="{FF2B5EF4-FFF2-40B4-BE49-F238E27FC236}">
                  <a16:creationId xmlns:a16="http://schemas.microsoft.com/office/drawing/2014/main" id="{5DA37B99-964E-251A-A32C-957C16F25E70}"/>
                </a:ext>
              </a:extLst>
            </p:cNvPr>
            <p:cNvSpPr/>
            <p:nvPr/>
          </p:nvSpPr>
          <p:spPr>
            <a:xfrm>
              <a:off x="1986235" y="922625"/>
              <a:ext cx="147917" cy="100924"/>
            </a:xfrm>
            <a:custGeom>
              <a:avLst/>
              <a:gdLst/>
              <a:ahLst/>
              <a:cxnLst/>
              <a:rect l="l" t="t" r="r" b="b"/>
              <a:pathLst>
                <a:path w="2345" h="1600" extrusionOk="0">
                  <a:moveTo>
                    <a:pt x="531" y="1"/>
                  </a:moveTo>
                  <a:cubicBezTo>
                    <a:pt x="320" y="1"/>
                    <a:pt x="139" y="77"/>
                    <a:pt x="0" y="222"/>
                  </a:cubicBezTo>
                  <a:cubicBezTo>
                    <a:pt x="314" y="669"/>
                    <a:pt x="713" y="1044"/>
                    <a:pt x="1172" y="1334"/>
                  </a:cubicBezTo>
                  <a:cubicBezTo>
                    <a:pt x="1495" y="1517"/>
                    <a:pt x="1792" y="1599"/>
                    <a:pt x="2056" y="1599"/>
                  </a:cubicBezTo>
                  <a:cubicBezTo>
                    <a:pt x="2157" y="1599"/>
                    <a:pt x="2254" y="1587"/>
                    <a:pt x="2345" y="1563"/>
                  </a:cubicBezTo>
                  <a:cubicBezTo>
                    <a:pt x="2103" y="1007"/>
                    <a:pt x="1692" y="524"/>
                    <a:pt x="1172" y="198"/>
                  </a:cubicBezTo>
                  <a:cubicBezTo>
                    <a:pt x="941" y="65"/>
                    <a:pt x="724" y="1"/>
                    <a:pt x="5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0" name="Google Shape;2295;p60">
              <a:extLst>
                <a:ext uri="{FF2B5EF4-FFF2-40B4-BE49-F238E27FC236}">
                  <a16:creationId xmlns:a16="http://schemas.microsoft.com/office/drawing/2014/main" id="{2DE7CD4C-C5B9-5BC6-F2E2-D9DB8E05C1C3}"/>
                </a:ext>
              </a:extLst>
            </p:cNvPr>
            <p:cNvSpPr/>
            <p:nvPr/>
          </p:nvSpPr>
          <p:spPr>
            <a:xfrm>
              <a:off x="2093718" y="723238"/>
              <a:ext cx="108304" cy="139464"/>
            </a:xfrm>
            <a:custGeom>
              <a:avLst/>
              <a:gdLst/>
              <a:ahLst/>
              <a:cxnLst/>
              <a:rect l="l" t="t" r="r" b="b"/>
              <a:pathLst>
                <a:path w="1717" h="2211" extrusionOk="0">
                  <a:moveTo>
                    <a:pt x="477" y="1"/>
                  </a:moveTo>
                  <a:cubicBezTo>
                    <a:pt x="195" y="1"/>
                    <a:pt x="0" y="229"/>
                    <a:pt x="0" y="615"/>
                  </a:cubicBezTo>
                  <a:cubicBezTo>
                    <a:pt x="37" y="1219"/>
                    <a:pt x="351" y="1763"/>
                    <a:pt x="858" y="2089"/>
                  </a:cubicBezTo>
                  <a:cubicBezTo>
                    <a:pt x="1001" y="2171"/>
                    <a:pt x="1133" y="2210"/>
                    <a:pt x="1250" y="2210"/>
                  </a:cubicBezTo>
                  <a:cubicBezTo>
                    <a:pt x="1530" y="2210"/>
                    <a:pt x="1717" y="1986"/>
                    <a:pt x="1717" y="1594"/>
                  </a:cubicBezTo>
                  <a:cubicBezTo>
                    <a:pt x="1680" y="1002"/>
                    <a:pt x="1366" y="446"/>
                    <a:pt x="858" y="119"/>
                  </a:cubicBezTo>
                  <a:cubicBezTo>
                    <a:pt x="722" y="39"/>
                    <a:pt x="592" y="1"/>
                    <a:pt x="4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1" name="Google Shape;2296;p60">
              <a:extLst>
                <a:ext uri="{FF2B5EF4-FFF2-40B4-BE49-F238E27FC236}">
                  <a16:creationId xmlns:a16="http://schemas.microsoft.com/office/drawing/2014/main" id="{4EDA9357-41CC-0677-58D3-655EAFA35D40}"/>
                </a:ext>
              </a:extLst>
            </p:cNvPr>
            <p:cNvSpPr/>
            <p:nvPr/>
          </p:nvSpPr>
          <p:spPr>
            <a:xfrm>
              <a:off x="2114281" y="753578"/>
              <a:ext cx="67934" cy="78595"/>
            </a:xfrm>
            <a:custGeom>
              <a:avLst/>
              <a:gdLst/>
              <a:ahLst/>
              <a:cxnLst/>
              <a:rect l="l" t="t" r="r" b="b"/>
              <a:pathLst>
                <a:path w="1077" h="1246" extrusionOk="0">
                  <a:moveTo>
                    <a:pt x="520" y="1"/>
                  </a:moveTo>
                  <a:lnTo>
                    <a:pt x="520" y="593"/>
                  </a:lnTo>
                  <a:lnTo>
                    <a:pt x="1" y="303"/>
                  </a:lnTo>
                  <a:lnTo>
                    <a:pt x="1" y="339"/>
                  </a:lnTo>
                  <a:lnTo>
                    <a:pt x="520" y="629"/>
                  </a:lnTo>
                  <a:lnTo>
                    <a:pt x="520" y="1234"/>
                  </a:lnTo>
                  <a:lnTo>
                    <a:pt x="557" y="1246"/>
                  </a:lnTo>
                  <a:lnTo>
                    <a:pt x="557" y="654"/>
                  </a:lnTo>
                  <a:lnTo>
                    <a:pt x="1076" y="956"/>
                  </a:lnTo>
                  <a:lnTo>
                    <a:pt x="1076" y="919"/>
                  </a:lnTo>
                  <a:lnTo>
                    <a:pt x="557" y="617"/>
                  </a:lnTo>
                  <a:lnTo>
                    <a:pt x="557" y="13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2" name="Google Shape;2297;p60">
              <a:extLst>
                <a:ext uri="{FF2B5EF4-FFF2-40B4-BE49-F238E27FC236}">
                  <a16:creationId xmlns:a16="http://schemas.microsoft.com/office/drawing/2014/main" id="{1AE54145-6F87-9C77-095E-77D43F84C892}"/>
                </a:ext>
              </a:extLst>
            </p:cNvPr>
            <p:cNvSpPr/>
            <p:nvPr/>
          </p:nvSpPr>
          <p:spPr>
            <a:xfrm>
              <a:off x="2275127" y="881688"/>
              <a:ext cx="545999" cy="403381"/>
            </a:xfrm>
            <a:custGeom>
              <a:avLst/>
              <a:gdLst/>
              <a:ahLst/>
              <a:cxnLst/>
              <a:rect l="l" t="t" r="r" b="b"/>
              <a:pathLst>
                <a:path w="8656" h="6395" extrusionOk="0">
                  <a:moveTo>
                    <a:pt x="1" y="0"/>
                  </a:moveTo>
                  <a:lnTo>
                    <a:pt x="1" y="1390"/>
                  </a:lnTo>
                  <a:lnTo>
                    <a:pt x="8655" y="6394"/>
                  </a:lnTo>
                  <a:lnTo>
                    <a:pt x="8655" y="49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3" name="Google Shape;2298;p60">
              <a:extLst>
                <a:ext uri="{FF2B5EF4-FFF2-40B4-BE49-F238E27FC236}">
                  <a16:creationId xmlns:a16="http://schemas.microsoft.com/office/drawing/2014/main" id="{76362761-88E5-EC24-860E-A7B9685EC85D}"/>
                </a:ext>
              </a:extLst>
            </p:cNvPr>
            <p:cNvSpPr/>
            <p:nvPr/>
          </p:nvSpPr>
          <p:spPr>
            <a:xfrm>
              <a:off x="2275127" y="1020457"/>
              <a:ext cx="654240" cy="451383"/>
            </a:xfrm>
            <a:custGeom>
              <a:avLst/>
              <a:gdLst/>
              <a:ahLst/>
              <a:cxnLst/>
              <a:rect l="l" t="t" r="r" b="b"/>
              <a:pathLst>
                <a:path w="10372" h="7156" extrusionOk="0">
                  <a:moveTo>
                    <a:pt x="1" y="0"/>
                  </a:moveTo>
                  <a:lnTo>
                    <a:pt x="1" y="1173"/>
                  </a:lnTo>
                  <a:lnTo>
                    <a:pt x="10371" y="7156"/>
                  </a:lnTo>
                  <a:lnTo>
                    <a:pt x="10371" y="59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4" name="Google Shape;2299;p60">
              <a:extLst>
                <a:ext uri="{FF2B5EF4-FFF2-40B4-BE49-F238E27FC236}">
                  <a16:creationId xmlns:a16="http://schemas.microsoft.com/office/drawing/2014/main" id="{6DEF245F-57EF-4DEE-D9CD-76FDB0C52027}"/>
                </a:ext>
              </a:extLst>
            </p:cNvPr>
            <p:cNvSpPr/>
            <p:nvPr/>
          </p:nvSpPr>
          <p:spPr>
            <a:xfrm>
              <a:off x="2116552" y="1243939"/>
              <a:ext cx="223484" cy="262844"/>
            </a:xfrm>
            <a:custGeom>
              <a:avLst/>
              <a:gdLst/>
              <a:ahLst/>
              <a:cxnLst/>
              <a:rect l="l" t="t" r="r" b="b"/>
              <a:pathLst>
                <a:path w="3543" h="4167" extrusionOk="0">
                  <a:moveTo>
                    <a:pt x="1047" y="1"/>
                  </a:moveTo>
                  <a:cubicBezTo>
                    <a:pt x="896" y="1"/>
                    <a:pt x="755" y="35"/>
                    <a:pt x="629" y="107"/>
                  </a:cubicBezTo>
                  <a:cubicBezTo>
                    <a:pt x="1" y="470"/>
                    <a:pt x="1" y="1655"/>
                    <a:pt x="629" y="2742"/>
                  </a:cubicBezTo>
                  <a:cubicBezTo>
                    <a:pt x="1133" y="3613"/>
                    <a:pt x="1891" y="4167"/>
                    <a:pt x="2496" y="4167"/>
                  </a:cubicBezTo>
                  <a:cubicBezTo>
                    <a:pt x="2647" y="4167"/>
                    <a:pt x="2788" y="4132"/>
                    <a:pt x="2914" y="4060"/>
                  </a:cubicBezTo>
                  <a:cubicBezTo>
                    <a:pt x="3542" y="3685"/>
                    <a:pt x="3542" y="2513"/>
                    <a:pt x="2914" y="1425"/>
                  </a:cubicBezTo>
                  <a:cubicBezTo>
                    <a:pt x="2411" y="554"/>
                    <a:pt x="1652" y="1"/>
                    <a:pt x="1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300;p60">
              <a:extLst>
                <a:ext uri="{FF2B5EF4-FFF2-40B4-BE49-F238E27FC236}">
                  <a16:creationId xmlns:a16="http://schemas.microsoft.com/office/drawing/2014/main" id="{C2543980-9D9C-F151-DB38-8A5669898CCA}"/>
                </a:ext>
              </a:extLst>
            </p:cNvPr>
            <p:cNvSpPr/>
            <p:nvPr/>
          </p:nvSpPr>
          <p:spPr>
            <a:xfrm>
              <a:off x="2169915" y="1329976"/>
              <a:ext cx="120541" cy="119027"/>
            </a:xfrm>
            <a:custGeom>
              <a:avLst/>
              <a:gdLst/>
              <a:ahLst/>
              <a:cxnLst/>
              <a:rect l="l" t="t" r="r" b="b"/>
              <a:pathLst>
                <a:path w="1911" h="1887" extrusionOk="0">
                  <a:moveTo>
                    <a:pt x="1657" y="1"/>
                  </a:moveTo>
                  <a:lnTo>
                    <a:pt x="762" y="1233"/>
                  </a:lnTo>
                  <a:lnTo>
                    <a:pt x="243" y="109"/>
                  </a:lnTo>
                  <a:lnTo>
                    <a:pt x="1" y="170"/>
                  </a:lnTo>
                  <a:lnTo>
                    <a:pt x="787" y="1886"/>
                  </a:lnTo>
                  <a:lnTo>
                    <a:pt x="1911" y="327"/>
                  </a:lnTo>
                  <a:lnTo>
                    <a:pt x="16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6" name="Google Shape;2301;p60">
              <a:extLst>
                <a:ext uri="{FF2B5EF4-FFF2-40B4-BE49-F238E27FC236}">
                  <a16:creationId xmlns:a16="http://schemas.microsoft.com/office/drawing/2014/main" id="{03FDB509-0B4B-923D-BF1A-FC2FA32EF94D}"/>
                </a:ext>
              </a:extLst>
            </p:cNvPr>
            <p:cNvSpPr/>
            <p:nvPr/>
          </p:nvSpPr>
          <p:spPr>
            <a:xfrm>
              <a:off x="2520873" y="1470449"/>
              <a:ext cx="203425" cy="262718"/>
            </a:xfrm>
            <a:custGeom>
              <a:avLst/>
              <a:gdLst/>
              <a:ahLst/>
              <a:cxnLst/>
              <a:rect l="l" t="t" r="r" b="b"/>
              <a:pathLst>
                <a:path w="3225" h="4165" extrusionOk="0">
                  <a:moveTo>
                    <a:pt x="897" y="0"/>
                  </a:moveTo>
                  <a:cubicBezTo>
                    <a:pt x="366" y="0"/>
                    <a:pt x="0" y="425"/>
                    <a:pt x="9" y="1158"/>
                  </a:cubicBezTo>
                  <a:cubicBezTo>
                    <a:pt x="9" y="2185"/>
                    <a:pt x="734" y="3442"/>
                    <a:pt x="1629" y="3950"/>
                  </a:cubicBezTo>
                  <a:cubicBezTo>
                    <a:pt x="1882" y="4096"/>
                    <a:pt x="2121" y="4165"/>
                    <a:pt x="2334" y="4165"/>
                  </a:cubicBezTo>
                  <a:cubicBezTo>
                    <a:pt x="2862" y="4165"/>
                    <a:pt x="3224" y="3739"/>
                    <a:pt x="3224" y="3007"/>
                  </a:cubicBezTo>
                  <a:cubicBezTo>
                    <a:pt x="3224" y="1980"/>
                    <a:pt x="2499" y="723"/>
                    <a:pt x="1604" y="215"/>
                  </a:cubicBezTo>
                  <a:cubicBezTo>
                    <a:pt x="1351" y="69"/>
                    <a:pt x="1111" y="0"/>
                    <a:pt x="8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7" name="Google Shape;2302;p60">
              <a:extLst>
                <a:ext uri="{FF2B5EF4-FFF2-40B4-BE49-F238E27FC236}">
                  <a16:creationId xmlns:a16="http://schemas.microsoft.com/office/drawing/2014/main" id="{065F9B6B-B15C-27D1-BC6C-CD1BC0B44DF6}"/>
                </a:ext>
              </a:extLst>
            </p:cNvPr>
            <p:cNvSpPr/>
            <p:nvPr/>
          </p:nvSpPr>
          <p:spPr>
            <a:xfrm>
              <a:off x="2566415" y="1502302"/>
              <a:ext cx="112846" cy="198253"/>
            </a:xfrm>
            <a:custGeom>
              <a:avLst/>
              <a:gdLst/>
              <a:ahLst/>
              <a:cxnLst/>
              <a:rect l="l" t="t" r="r" b="b"/>
              <a:pathLst>
                <a:path w="1789" h="3143" extrusionOk="0">
                  <a:moveTo>
                    <a:pt x="230" y="0"/>
                  </a:moveTo>
                  <a:lnTo>
                    <a:pt x="0" y="97"/>
                  </a:lnTo>
                  <a:lnTo>
                    <a:pt x="701" y="1463"/>
                  </a:lnTo>
                  <a:lnTo>
                    <a:pt x="0" y="2031"/>
                  </a:lnTo>
                  <a:lnTo>
                    <a:pt x="230" y="2381"/>
                  </a:lnTo>
                  <a:lnTo>
                    <a:pt x="895" y="1849"/>
                  </a:lnTo>
                  <a:lnTo>
                    <a:pt x="1559" y="3143"/>
                  </a:lnTo>
                  <a:lnTo>
                    <a:pt x="1789" y="3058"/>
                  </a:lnTo>
                  <a:lnTo>
                    <a:pt x="1088" y="1692"/>
                  </a:lnTo>
                  <a:lnTo>
                    <a:pt x="1789" y="1124"/>
                  </a:lnTo>
                  <a:lnTo>
                    <a:pt x="1559" y="762"/>
                  </a:lnTo>
                  <a:lnTo>
                    <a:pt x="895" y="1306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8" name="Google Shape;2303;p60">
              <a:extLst>
                <a:ext uri="{FF2B5EF4-FFF2-40B4-BE49-F238E27FC236}">
                  <a16:creationId xmlns:a16="http://schemas.microsoft.com/office/drawing/2014/main" id="{9087304F-4E54-6757-6871-01FA186945F7}"/>
                </a:ext>
              </a:extLst>
            </p:cNvPr>
            <p:cNvSpPr/>
            <p:nvPr/>
          </p:nvSpPr>
          <p:spPr>
            <a:xfrm>
              <a:off x="2631194" y="3404453"/>
              <a:ext cx="1810009" cy="1131484"/>
            </a:xfrm>
            <a:custGeom>
              <a:avLst/>
              <a:gdLst/>
              <a:ahLst/>
              <a:cxnLst/>
              <a:rect l="l" t="t" r="r" b="b"/>
              <a:pathLst>
                <a:path w="28695" h="17938" extrusionOk="0">
                  <a:moveTo>
                    <a:pt x="12619" y="1"/>
                  </a:moveTo>
                  <a:lnTo>
                    <a:pt x="8498" y="2334"/>
                  </a:lnTo>
                  <a:lnTo>
                    <a:pt x="10165" y="3458"/>
                  </a:lnTo>
                  <a:lnTo>
                    <a:pt x="0" y="9574"/>
                  </a:lnTo>
                  <a:lnTo>
                    <a:pt x="13949" y="17938"/>
                  </a:lnTo>
                  <a:lnTo>
                    <a:pt x="28695" y="8836"/>
                  </a:lnTo>
                  <a:lnTo>
                    <a:pt x="126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9" name="Google Shape;2304;p60">
              <a:extLst>
                <a:ext uri="{FF2B5EF4-FFF2-40B4-BE49-F238E27FC236}">
                  <a16:creationId xmlns:a16="http://schemas.microsoft.com/office/drawing/2014/main" id="{808218E0-60A1-57FF-958E-DD5AB4675A46}"/>
                </a:ext>
              </a:extLst>
            </p:cNvPr>
            <p:cNvSpPr/>
            <p:nvPr/>
          </p:nvSpPr>
          <p:spPr>
            <a:xfrm>
              <a:off x="2569442" y="3048447"/>
              <a:ext cx="967546" cy="1220676"/>
            </a:xfrm>
            <a:custGeom>
              <a:avLst/>
              <a:gdLst/>
              <a:ahLst/>
              <a:cxnLst/>
              <a:rect l="l" t="t" r="r" b="b"/>
              <a:pathLst>
                <a:path w="15339" h="19352" extrusionOk="0">
                  <a:moveTo>
                    <a:pt x="15129" y="0"/>
                  </a:moveTo>
                  <a:cubicBezTo>
                    <a:pt x="15084" y="0"/>
                    <a:pt x="14996" y="69"/>
                    <a:pt x="14807" y="170"/>
                  </a:cubicBezTo>
                  <a:lnTo>
                    <a:pt x="9295" y="3300"/>
                  </a:lnTo>
                  <a:cubicBezTo>
                    <a:pt x="9235" y="3445"/>
                    <a:pt x="8691" y="3675"/>
                    <a:pt x="8497" y="3796"/>
                  </a:cubicBezTo>
                  <a:lnTo>
                    <a:pt x="6479" y="4956"/>
                  </a:lnTo>
                  <a:cubicBezTo>
                    <a:pt x="4823" y="5911"/>
                    <a:pt x="0" y="8667"/>
                    <a:pt x="0" y="8667"/>
                  </a:cubicBezTo>
                  <a:lnTo>
                    <a:pt x="25" y="10492"/>
                  </a:lnTo>
                  <a:cubicBezTo>
                    <a:pt x="25" y="10492"/>
                    <a:pt x="569" y="10806"/>
                    <a:pt x="798" y="10939"/>
                  </a:cubicBezTo>
                  <a:lnTo>
                    <a:pt x="2466" y="11906"/>
                  </a:lnTo>
                  <a:lnTo>
                    <a:pt x="7204" y="14638"/>
                  </a:lnTo>
                  <a:cubicBezTo>
                    <a:pt x="9875" y="16185"/>
                    <a:pt x="12667" y="17816"/>
                    <a:pt x="15339" y="19351"/>
                  </a:cubicBezTo>
                  <a:cubicBezTo>
                    <a:pt x="15339" y="15846"/>
                    <a:pt x="15194" y="12232"/>
                    <a:pt x="15194" y="8727"/>
                  </a:cubicBezTo>
                  <a:lnTo>
                    <a:pt x="15194" y="2079"/>
                  </a:lnTo>
                  <a:cubicBezTo>
                    <a:pt x="15194" y="1487"/>
                    <a:pt x="15266" y="846"/>
                    <a:pt x="15194" y="266"/>
                  </a:cubicBezTo>
                  <a:cubicBezTo>
                    <a:pt x="15175" y="75"/>
                    <a:pt x="15175" y="0"/>
                    <a:pt x="151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0" name="Google Shape;2305;p60">
              <a:extLst>
                <a:ext uri="{FF2B5EF4-FFF2-40B4-BE49-F238E27FC236}">
                  <a16:creationId xmlns:a16="http://schemas.microsoft.com/office/drawing/2014/main" id="{226E845B-C71C-9D42-8FF0-A83053DD840B}"/>
                </a:ext>
              </a:extLst>
            </p:cNvPr>
            <p:cNvSpPr/>
            <p:nvPr/>
          </p:nvSpPr>
          <p:spPr>
            <a:xfrm>
              <a:off x="3198443" y="2786172"/>
              <a:ext cx="115180" cy="135743"/>
            </a:xfrm>
            <a:custGeom>
              <a:avLst/>
              <a:gdLst/>
              <a:ahLst/>
              <a:cxnLst/>
              <a:rect l="l" t="t" r="r" b="b"/>
              <a:pathLst>
                <a:path w="1826" h="2152" extrusionOk="0">
                  <a:moveTo>
                    <a:pt x="1825" y="0"/>
                  </a:moveTo>
                  <a:cubicBezTo>
                    <a:pt x="1825" y="0"/>
                    <a:pt x="617" y="726"/>
                    <a:pt x="0" y="1076"/>
                  </a:cubicBezTo>
                  <a:cubicBezTo>
                    <a:pt x="399" y="1306"/>
                    <a:pt x="1499" y="2152"/>
                    <a:pt x="1499" y="2152"/>
                  </a:cubicBezTo>
                  <a:lnTo>
                    <a:pt x="1825" y="1765"/>
                  </a:lnTo>
                  <a:lnTo>
                    <a:pt x="1825" y="0"/>
                  </a:lnTo>
                  <a:close/>
                </a:path>
              </a:pathLst>
            </a:custGeom>
            <a:solidFill>
              <a:srgbClr val="AA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1" name="Google Shape;2306;p60">
              <a:extLst>
                <a:ext uri="{FF2B5EF4-FFF2-40B4-BE49-F238E27FC236}">
                  <a16:creationId xmlns:a16="http://schemas.microsoft.com/office/drawing/2014/main" id="{1DF2684A-B09A-EBA2-8807-2843BE2FC495}"/>
                </a:ext>
              </a:extLst>
            </p:cNvPr>
            <p:cNvSpPr/>
            <p:nvPr/>
          </p:nvSpPr>
          <p:spPr>
            <a:xfrm>
              <a:off x="2924690" y="2854800"/>
              <a:ext cx="601633" cy="401867"/>
            </a:xfrm>
            <a:custGeom>
              <a:avLst/>
              <a:gdLst/>
              <a:ahLst/>
              <a:cxnLst/>
              <a:rect l="l" t="t" r="r" b="b"/>
              <a:pathLst>
                <a:path w="9538" h="6371" extrusionOk="0">
                  <a:moveTo>
                    <a:pt x="4340" y="0"/>
                  </a:moveTo>
                  <a:cubicBezTo>
                    <a:pt x="4340" y="0"/>
                    <a:pt x="4292" y="24"/>
                    <a:pt x="3917" y="242"/>
                  </a:cubicBezTo>
                  <a:cubicBezTo>
                    <a:pt x="2769" y="895"/>
                    <a:pt x="13" y="2466"/>
                    <a:pt x="13" y="2466"/>
                  </a:cubicBezTo>
                  <a:lnTo>
                    <a:pt x="1" y="4206"/>
                  </a:lnTo>
                  <a:lnTo>
                    <a:pt x="3663" y="6370"/>
                  </a:lnTo>
                  <a:lnTo>
                    <a:pt x="4558" y="5862"/>
                  </a:lnTo>
                  <a:lnTo>
                    <a:pt x="6540" y="4726"/>
                  </a:lnTo>
                  <a:lnTo>
                    <a:pt x="9537" y="3022"/>
                  </a:lnTo>
                  <a:lnTo>
                    <a:pt x="5984" y="97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2" name="Google Shape;2307;p60">
              <a:extLst>
                <a:ext uri="{FF2B5EF4-FFF2-40B4-BE49-F238E27FC236}">
                  <a16:creationId xmlns:a16="http://schemas.microsoft.com/office/drawing/2014/main" id="{DBF96642-BBF3-B670-7998-3435E4B19A7D}"/>
                </a:ext>
              </a:extLst>
            </p:cNvPr>
            <p:cNvSpPr/>
            <p:nvPr/>
          </p:nvSpPr>
          <p:spPr>
            <a:xfrm>
              <a:off x="3527767" y="3046176"/>
              <a:ext cx="965275" cy="1221433"/>
            </a:xfrm>
            <a:custGeom>
              <a:avLst/>
              <a:gdLst/>
              <a:ahLst/>
              <a:cxnLst/>
              <a:rect l="l" t="t" r="r" b="b"/>
              <a:pathLst>
                <a:path w="15303" h="19364" extrusionOk="0">
                  <a:moveTo>
                    <a:pt x="1" y="0"/>
                  </a:moveTo>
                  <a:lnTo>
                    <a:pt x="1" y="9875"/>
                  </a:lnTo>
                  <a:cubicBezTo>
                    <a:pt x="1" y="12075"/>
                    <a:pt x="134" y="17562"/>
                    <a:pt x="134" y="17562"/>
                  </a:cubicBezTo>
                  <a:lnTo>
                    <a:pt x="134" y="19363"/>
                  </a:lnTo>
                  <a:lnTo>
                    <a:pt x="15290" y="10612"/>
                  </a:lnTo>
                  <a:lnTo>
                    <a:pt x="15303" y="88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3" name="Google Shape;2308;p60">
              <a:extLst>
                <a:ext uri="{FF2B5EF4-FFF2-40B4-BE49-F238E27FC236}">
                  <a16:creationId xmlns:a16="http://schemas.microsoft.com/office/drawing/2014/main" id="{83E49DCD-0519-9463-28DA-BFE2984DE06A}"/>
                </a:ext>
              </a:extLst>
            </p:cNvPr>
            <p:cNvSpPr/>
            <p:nvPr/>
          </p:nvSpPr>
          <p:spPr>
            <a:xfrm>
              <a:off x="2600728" y="3518812"/>
              <a:ext cx="1069668" cy="617655"/>
            </a:xfrm>
            <a:custGeom>
              <a:avLst/>
              <a:gdLst/>
              <a:ahLst/>
              <a:cxnLst/>
              <a:rect l="l" t="t" r="r" b="b"/>
              <a:pathLst>
                <a:path w="16958" h="9792" extrusionOk="0">
                  <a:moveTo>
                    <a:pt x="2115" y="1"/>
                  </a:moveTo>
                  <a:lnTo>
                    <a:pt x="0" y="1222"/>
                  </a:lnTo>
                  <a:lnTo>
                    <a:pt x="14831" y="9791"/>
                  </a:lnTo>
                  <a:lnTo>
                    <a:pt x="16958" y="8558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4" name="Google Shape;2309;p60">
              <a:extLst>
                <a:ext uri="{FF2B5EF4-FFF2-40B4-BE49-F238E27FC236}">
                  <a16:creationId xmlns:a16="http://schemas.microsoft.com/office/drawing/2014/main" id="{72C81C3F-A4AA-F8A1-295B-3B11C19957EC}"/>
                </a:ext>
              </a:extLst>
            </p:cNvPr>
            <p:cNvSpPr/>
            <p:nvPr/>
          </p:nvSpPr>
          <p:spPr>
            <a:xfrm>
              <a:off x="2568685" y="2785415"/>
              <a:ext cx="1924368" cy="1369349"/>
            </a:xfrm>
            <a:custGeom>
              <a:avLst/>
              <a:gdLst/>
              <a:ahLst/>
              <a:cxnLst/>
              <a:rect l="l" t="t" r="r" b="b"/>
              <a:pathLst>
                <a:path w="30508" h="21709" extrusionOk="0">
                  <a:moveTo>
                    <a:pt x="10915" y="6842"/>
                  </a:moveTo>
                  <a:lnTo>
                    <a:pt x="25757" y="15411"/>
                  </a:lnTo>
                  <a:lnTo>
                    <a:pt x="17720" y="20040"/>
                  </a:lnTo>
                  <a:lnTo>
                    <a:pt x="2877" y="11483"/>
                  </a:lnTo>
                  <a:lnTo>
                    <a:pt x="10915" y="6842"/>
                  </a:lnTo>
                  <a:close/>
                  <a:moveTo>
                    <a:pt x="2623" y="11628"/>
                  </a:moveTo>
                  <a:lnTo>
                    <a:pt x="17454" y="20185"/>
                  </a:lnTo>
                  <a:lnTo>
                    <a:pt x="15339" y="21418"/>
                  </a:lnTo>
                  <a:lnTo>
                    <a:pt x="508" y="12849"/>
                  </a:lnTo>
                  <a:lnTo>
                    <a:pt x="2623" y="11628"/>
                  </a:lnTo>
                  <a:close/>
                  <a:moveTo>
                    <a:pt x="11833" y="0"/>
                  </a:moveTo>
                  <a:lnTo>
                    <a:pt x="5657" y="3566"/>
                  </a:lnTo>
                  <a:lnTo>
                    <a:pt x="10866" y="6576"/>
                  </a:lnTo>
                  <a:lnTo>
                    <a:pt x="0" y="12849"/>
                  </a:lnTo>
                  <a:lnTo>
                    <a:pt x="15339" y="21708"/>
                  </a:lnTo>
                  <a:lnTo>
                    <a:pt x="30508" y="12945"/>
                  </a:lnTo>
                  <a:lnTo>
                    <a:pt x="10758" y="1535"/>
                  </a:lnTo>
                  <a:lnTo>
                    <a:pt x="118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5" name="Google Shape;2310;p60">
              <a:extLst>
                <a:ext uri="{FF2B5EF4-FFF2-40B4-BE49-F238E27FC236}">
                  <a16:creationId xmlns:a16="http://schemas.microsoft.com/office/drawing/2014/main" id="{0BE102E5-CD3D-F129-62A0-726A4E38EB27}"/>
                </a:ext>
              </a:extLst>
            </p:cNvPr>
            <p:cNvSpPr/>
            <p:nvPr/>
          </p:nvSpPr>
          <p:spPr>
            <a:xfrm>
              <a:off x="3078724" y="2959508"/>
              <a:ext cx="221150" cy="124452"/>
            </a:xfrm>
            <a:custGeom>
              <a:avLst/>
              <a:gdLst/>
              <a:ahLst/>
              <a:cxnLst/>
              <a:rect l="l" t="t" r="r" b="b"/>
              <a:pathLst>
                <a:path w="3506" h="1973" extrusionOk="0">
                  <a:moveTo>
                    <a:pt x="2805" y="57"/>
                  </a:moveTo>
                  <a:cubicBezTo>
                    <a:pt x="2850" y="57"/>
                    <a:pt x="2895" y="69"/>
                    <a:pt x="2938" y="93"/>
                  </a:cubicBezTo>
                  <a:cubicBezTo>
                    <a:pt x="3034" y="129"/>
                    <a:pt x="3083" y="190"/>
                    <a:pt x="3034" y="226"/>
                  </a:cubicBezTo>
                  <a:lnTo>
                    <a:pt x="3010" y="238"/>
                  </a:lnTo>
                  <a:cubicBezTo>
                    <a:pt x="2986" y="226"/>
                    <a:pt x="2962" y="214"/>
                    <a:pt x="2925" y="190"/>
                  </a:cubicBezTo>
                  <a:cubicBezTo>
                    <a:pt x="2841" y="153"/>
                    <a:pt x="2756" y="129"/>
                    <a:pt x="2672" y="105"/>
                  </a:cubicBezTo>
                  <a:cubicBezTo>
                    <a:pt x="2672" y="105"/>
                    <a:pt x="2672" y="93"/>
                    <a:pt x="2672" y="93"/>
                  </a:cubicBezTo>
                  <a:cubicBezTo>
                    <a:pt x="2714" y="69"/>
                    <a:pt x="2759" y="57"/>
                    <a:pt x="2805" y="57"/>
                  </a:cubicBezTo>
                  <a:close/>
                  <a:moveTo>
                    <a:pt x="254" y="1181"/>
                  </a:moveTo>
                  <a:cubicBezTo>
                    <a:pt x="315" y="1205"/>
                    <a:pt x="375" y="1229"/>
                    <a:pt x="423" y="1253"/>
                  </a:cubicBezTo>
                  <a:lnTo>
                    <a:pt x="907" y="1447"/>
                  </a:lnTo>
                  <a:cubicBezTo>
                    <a:pt x="844" y="1462"/>
                    <a:pt x="778" y="1471"/>
                    <a:pt x="712" y="1471"/>
                  </a:cubicBezTo>
                  <a:cubicBezTo>
                    <a:pt x="627" y="1471"/>
                    <a:pt x="541" y="1456"/>
                    <a:pt x="460" y="1422"/>
                  </a:cubicBezTo>
                  <a:cubicBezTo>
                    <a:pt x="303" y="1362"/>
                    <a:pt x="218" y="1265"/>
                    <a:pt x="254" y="1181"/>
                  </a:cubicBezTo>
                  <a:close/>
                  <a:moveTo>
                    <a:pt x="2179" y="96"/>
                  </a:moveTo>
                  <a:cubicBezTo>
                    <a:pt x="2391" y="96"/>
                    <a:pt x="2601" y="128"/>
                    <a:pt x="2805" y="202"/>
                  </a:cubicBezTo>
                  <a:lnTo>
                    <a:pt x="2865" y="226"/>
                  </a:lnTo>
                  <a:cubicBezTo>
                    <a:pt x="3336" y="443"/>
                    <a:pt x="3433" y="830"/>
                    <a:pt x="3095" y="1132"/>
                  </a:cubicBezTo>
                  <a:lnTo>
                    <a:pt x="2925" y="1277"/>
                  </a:lnTo>
                  <a:cubicBezTo>
                    <a:pt x="2817" y="1362"/>
                    <a:pt x="2768" y="1507"/>
                    <a:pt x="2805" y="1640"/>
                  </a:cubicBezTo>
                  <a:cubicBezTo>
                    <a:pt x="2817" y="1737"/>
                    <a:pt x="2805" y="1773"/>
                    <a:pt x="2720" y="1858"/>
                  </a:cubicBezTo>
                  <a:cubicBezTo>
                    <a:pt x="2663" y="1903"/>
                    <a:pt x="2590" y="1927"/>
                    <a:pt x="2496" y="1927"/>
                  </a:cubicBezTo>
                  <a:cubicBezTo>
                    <a:pt x="2392" y="1927"/>
                    <a:pt x="2263" y="1897"/>
                    <a:pt x="2104" y="1833"/>
                  </a:cubicBezTo>
                  <a:lnTo>
                    <a:pt x="2091" y="1833"/>
                  </a:lnTo>
                  <a:lnTo>
                    <a:pt x="1064" y="1434"/>
                  </a:lnTo>
                  <a:lnTo>
                    <a:pt x="484" y="1205"/>
                  </a:lnTo>
                  <a:cubicBezTo>
                    <a:pt x="411" y="1181"/>
                    <a:pt x="339" y="1144"/>
                    <a:pt x="278" y="1108"/>
                  </a:cubicBezTo>
                  <a:lnTo>
                    <a:pt x="242" y="1096"/>
                  </a:lnTo>
                  <a:cubicBezTo>
                    <a:pt x="145" y="1024"/>
                    <a:pt x="121" y="963"/>
                    <a:pt x="206" y="891"/>
                  </a:cubicBezTo>
                  <a:cubicBezTo>
                    <a:pt x="303" y="806"/>
                    <a:pt x="423" y="758"/>
                    <a:pt x="544" y="746"/>
                  </a:cubicBezTo>
                  <a:cubicBezTo>
                    <a:pt x="726" y="709"/>
                    <a:pt x="895" y="649"/>
                    <a:pt x="1040" y="552"/>
                  </a:cubicBezTo>
                  <a:lnTo>
                    <a:pt x="1233" y="383"/>
                  </a:lnTo>
                  <a:cubicBezTo>
                    <a:pt x="1451" y="214"/>
                    <a:pt x="1717" y="117"/>
                    <a:pt x="1983" y="105"/>
                  </a:cubicBezTo>
                  <a:cubicBezTo>
                    <a:pt x="2048" y="99"/>
                    <a:pt x="2114" y="96"/>
                    <a:pt x="2179" y="96"/>
                  </a:cubicBezTo>
                  <a:close/>
                  <a:moveTo>
                    <a:pt x="2802" y="1"/>
                  </a:moveTo>
                  <a:cubicBezTo>
                    <a:pt x="2732" y="1"/>
                    <a:pt x="2662" y="19"/>
                    <a:pt x="2599" y="57"/>
                  </a:cubicBezTo>
                  <a:cubicBezTo>
                    <a:pt x="2587" y="69"/>
                    <a:pt x="2575" y="69"/>
                    <a:pt x="2575" y="81"/>
                  </a:cubicBezTo>
                  <a:cubicBezTo>
                    <a:pt x="2450" y="57"/>
                    <a:pt x="2320" y="44"/>
                    <a:pt x="2188" y="44"/>
                  </a:cubicBezTo>
                  <a:cubicBezTo>
                    <a:pt x="2116" y="44"/>
                    <a:pt x="2043" y="48"/>
                    <a:pt x="1971" y="57"/>
                  </a:cubicBezTo>
                  <a:cubicBezTo>
                    <a:pt x="1668" y="69"/>
                    <a:pt x="1390" y="177"/>
                    <a:pt x="1149" y="359"/>
                  </a:cubicBezTo>
                  <a:lnTo>
                    <a:pt x="967" y="516"/>
                  </a:lnTo>
                  <a:cubicBezTo>
                    <a:pt x="822" y="600"/>
                    <a:pt x="665" y="661"/>
                    <a:pt x="496" y="697"/>
                  </a:cubicBezTo>
                  <a:cubicBezTo>
                    <a:pt x="363" y="709"/>
                    <a:pt x="230" y="770"/>
                    <a:pt x="133" y="854"/>
                  </a:cubicBezTo>
                  <a:cubicBezTo>
                    <a:pt x="0" y="963"/>
                    <a:pt x="73" y="1060"/>
                    <a:pt x="182" y="1132"/>
                  </a:cubicBezTo>
                  <a:cubicBezTo>
                    <a:pt x="109" y="1253"/>
                    <a:pt x="194" y="1386"/>
                    <a:pt x="399" y="1471"/>
                  </a:cubicBezTo>
                  <a:cubicBezTo>
                    <a:pt x="496" y="1507"/>
                    <a:pt x="596" y="1525"/>
                    <a:pt x="695" y="1525"/>
                  </a:cubicBezTo>
                  <a:cubicBezTo>
                    <a:pt x="795" y="1525"/>
                    <a:pt x="895" y="1507"/>
                    <a:pt x="992" y="1471"/>
                  </a:cubicBezTo>
                  <a:lnTo>
                    <a:pt x="2043" y="1870"/>
                  </a:lnTo>
                  <a:cubicBezTo>
                    <a:pt x="2126" y="1900"/>
                    <a:pt x="2313" y="1973"/>
                    <a:pt x="2498" y="1973"/>
                  </a:cubicBezTo>
                  <a:cubicBezTo>
                    <a:pt x="2609" y="1973"/>
                    <a:pt x="2719" y="1947"/>
                    <a:pt x="2805" y="1870"/>
                  </a:cubicBezTo>
                  <a:cubicBezTo>
                    <a:pt x="2889" y="1821"/>
                    <a:pt x="2925" y="1725"/>
                    <a:pt x="2901" y="1628"/>
                  </a:cubicBezTo>
                  <a:cubicBezTo>
                    <a:pt x="2877" y="1507"/>
                    <a:pt x="2913" y="1386"/>
                    <a:pt x="3010" y="1302"/>
                  </a:cubicBezTo>
                  <a:lnTo>
                    <a:pt x="3179" y="1169"/>
                  </a:lnTo>
                  <a:cubicBezTo>
                    <a:pt x="3506" y="878"/>
                    <a:pt x="3457" y="516"/>
                    <a:pt x="3083" y="274"/>
                  </a:cubicBezTo>
                  <a:lnTo>
                    <a:pt x="3107" y="262"/>
                  </a:lnTo>
                  <a:cubicBezTo>
                    <a:pt x="3191" y="190"/>
                    <a:pt x="3131" y="93"/>
                    <a:pt x="2986" y="44"/>
                  </a:cubicBezTo>
                  <a:cubicBezTo>
                    <a:pt x="2928" y="16"/>
                    <a:pt x="2865" y="1"/>
                    <a:pt x="28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6" name="Google Shape;2311;p60">
              <a:extLst>
                <a:ext uri="{FF2B5EF4-FFF2-40B4-BE49-F238E27FC236}">
                  <a16:creationId xmlns:a16="http://schemas.microsoft.com/office/drawing/2014/main" id="{CEC4DA88-8A41-01AF-70F3-25D16DB9BA62}"/>
                </a:ext>
              </a:extLst>
            </p:cNvPr>
            <p:cNvSpPr/>
            <p:nvPr/>
          </p:nvSpPr>
          <p:spPr>
            <a:xfrm>
              <a:off x="3247958" y="2982090"/>
              <a:ext cx="115936" cy="67178"/>
            </a:xfrm>
            <a:custGeom>
              <a:avLst/>
              <a:gdLst/>
              <a:ahLst/>
              <a:cxnLst/>
              <a:rect l="l" t="t" r="r" b="b"/>
              <a:pathLst>
                <a:path w="1838" h="1065" extrusionOk="0">
                  <a:moveTo>
                    <a:pt x="919" y="1"/>
                  </a:moveTo>
                  <a:cubicBezTo>
                    <a:pt x="412" y="1"/>
                    <a:pt x="1" y="230"/>
                    <a:pt x="1" y="533"/>
                  </a:cubicBezTo>
                  <a:cubicBezTo>
                    <a:pt x="1" y="823"/>
                    <a:pt x="412" y="1064"/>
                    <a:pt x="919" y="1064"/>
                  </a:cubicBezTo>
                  <a:cubicBezTo>
                    <a:pt x="1427" y="1064"/>
                    <a:pt x="1838" y="823"/>
                    <a:pt x="1838" y="533"/>
                  </a:cubicBezTo>
                  <a:cubicBezTo>
                    <a:pt x="1838" y="230"/>
                    <a:pt x="1427" y="1"/>
                    <a:pt x="919" y="1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7" name="Google Shape;2312;p60">
              <a:extLst>
                <a:ext uri="{FF2B5EF4-FFF2-40B4-BE49-F238E27FC236}">
                  <a16:creationId xmlns:a16="http://schemas.microsoft.com/office/drawing/2014/main" id="{F199FDDE-4DF5-42E7-71F4-617ECEE0060B}"/>
                </a:ext>
              </a:extLst>
            </p:cNvPr>
            <p:cNvSpPr/>
            <p:nvPr/>
          </p:nvSpPr>
          <p:spPr>
            <a:xfrm>
              <a:off x="3263980" y="2992750"/>
              <a:ext cx="54184" cy="35954"/>
            </a:xfrm>
            <a:custGeom>
              <a:avLst/>
              <a:gdLst/>
              <a:ahLst/>
              <a:cxnLst/>
              <a:rect l="l" t="t" r="r" b="b"/>
              <a:pathLst>
                <a:path w="859" h="570" extrusionOk="0">
                  <a:moveTo>
                    <a:pt x="593" y="1"/>
                  </a:moveTo>
                  <a:lnTo>
                    <a:pt x="508" y="49"/>
                  </a:lnTo>
                  <a:lnTo>
                    <a:pt x="689" y="110"/>
                  </a:lnTo>
                  <a:lnTo>
                    <a:pt x="206" y="400"/>
                  </a:lnTo>
                  <a:lnTo>
                    <a:pt x="73" y="315"/>
                  </a:lnTo>
                  <a:lnTo>
                    <a:pt x="1" y="351"/>
                  </a:lnTo>
                  <a:lnTo>
                    <a:pt x="363" y="569"/>
                  </a:lnTo>
                  <a:lnTo>
                    <a:pt x="436" y="521"/>
                  </a:lnTo>
                  <a:lnTo>
                    <a:pt x="291" y="448"/>
                  </a:lnTo>
                  <a:lnTo>
                    <a:pt x="859" y="122"/>
                  </a:lnTo>
                  <a:lnTo>
                    <a:pt x="774" y="73"/>
                  </a:lnTo>
                  <a:lnTo>
                    <a:pt x="593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8" name="Google Shape;2313;p60">
              <a:extLst>
                <a:ext uri="{FF2B5EF4-FFF2-40B4-BE49-F238E27FC236}">
                  <a16:creationId xmlns:a16="http://schemas.microsoft.com/office/drawing/2014/main" id="{5AEE7A38-01A0-6174-E6CF-1FED1ECB72C0}"/>
                </a:ext>
              </a:extLst>
            </p:cNvPr>
            <p:cNvSpPr/>
            <p:nvPr/>
          </p:nvSpPr>
          <p:spPr>
            <a:xfrm>
              <a:off x="3296023" y="3011862"/>
              <a:ext cx="59482" cy="36648"/>
            </a:xfrm>
            <a:custGeom>
              <a:avLst/>
              <a:gdLst/>
              <a:ahLst/>
              <a:cxnLst/>
              <a:rect l="l" t="t" r="r" b="b"/>
              <a:pathLst>
                <a:path w="943" h="581" extrusionOk="0">
                  <a:moveTo>
                    <a:pt x="605" y="0"/>
                  </a:moveTo>
                  <a:lnTo>
                    <a:pt x="520" y="48"/>
                  </a:lnTo>
                  <a:cubicBezTo>
                    <a:pt x="568" y="61"/>
                    <a:pt x="617" y="73"/>
                    <a:pt x="653" y="85"/>
                  </a:cubicBezTo>
                  <a:cubicBezTo>
                    <a:pt x="701" y="97"/>
                    <a:pt x="725" y="109"/>
                    <a:pt x="762" y="121"/>
                  </a:cubicBezTo>
                  <a:cubicBezTo>
                    <a:pt x="798" y="145"/>
                    <a:pt x="810" y="169"/>
                    <a:pt x="822" y="194"/>
                  </a:cubicBezTo>
                  <a:cubicBezTo>
                    <a:pt x="822" y="218"/>
                    <a:pt x="810" y="242"/>
                    <a:pt x="774" y="266"/>
                  </a:cubicBezTo>
                  <a:cubicBezTo>
                    <a:pt x="750" y="278"/>
                    <a:pt x="725" y="278"/>
                    <a:pt x="689" y="290"/>
                  </a:cubicBezTo>
                  <a:cubicBezTo>
                    <a:pt x="665" y="290"/>
                    <a:pt x="617" y="302"/>
                    <a:pt x="556" y="302"/>
                  </a:cubicBezTo>
                  <a:lnTo>
                    <a:pt x="73" y="302"/>
                  </a:lnTo>
                  <a:lnTo>
                    <a:pt x="0" y="351"/>
                  </a:lnTo>
                  <a:lnTo>
                    <a:pt x="399" y="580"/>
                  </a:lnTo>
                  <a:lnTo>
                    <a:pt x="472" y="532"/>
                  </a:lnTo>
                  <a:lnTo>
                    <a:pt x="169" y="363"/>
                  </a:lnTo>
                  <a:lnTo>
                    <a:pt x="641" y="363"/>
                  </a:lnTo>
                  <a:cubicBezTo>
                    <a:pt x="701" y="351"/>
                    <a:pt x="737" y="351"/>
                    <a:pt x="774" y="339"/>
                  </a:cubicBezTo>
                  <a:cubicBezTo>
                    <a:pt x="810" y="339"/>
                    <a:pt x="834" y="326"/>
                    <a:pt x="858" y="302"/>
                  </a:cubicBezTo>
                  <a:cubicBezTo>
                    <a:pt x="919" y="278"/>
                    <a:pt x="943" y="242"/>
                    <a:pt x="931" y="194"/>
                  </a:cubicBezTo>
                  <a:cubicBezTo>
                    <a:pt x="931" y="157"/>
                    <a:pt x="895" y="121"/>
                    <a:pt x="834" y="85"/>
                  </a:cubicBezTo>
                  <a:cubicBezTo>
                    <a:pt x="798" y="61"/>
                    <a:pt x="774" y="48"/>
                    <a:pt x="737" y="36"/>
                  </a:cubicBezTo>
                  <a:cubicBezTo>
                    <a:pt x="701" y="24"/>
                    <a:pt x="653" y="12"/>
                    <a:pt x="60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9" name="Google Shape;2314;p60">
              <a:extLst>
                <a:ext uri="{FF2B5EF4-FFF2-40B4-BE49-F238E27FC236}">
                  <a16:creationId xmlns:a16="http://schemas.microsoft.com/office/drawing/2014/main" id="{DBCCEFFF-5CBA-D691-DC77-C349AD099682}"/>
                </a:ext>
              </a:extLst>
            </p:cNvPr>
            <p:cNvSpPr/>
            <p:nvPr/>
          </p:nvSpPr>
          <p:spPr>
            <a:xfrm>
              <a:off x="3428673" y="3086545"/>
              <a:ext cx="618349" cy="356892"/>
            </a:xfrm>
            <a:custGeom>
              <a:avLst/>
              <a:gdLst/>
              <a:ahLst/>
              <a:cxnLst/>
              <a:rect l="l" t="t" r="r" b="b"/>
              <a:pathLst>
                <a:path w="9803" h="5658" extrusionOk="0">
                  <a:moveTo>
                    <a:pt x="1028" y="1"/>
                  </a:moveTo>
                  <a:lnTo>
                    <a:pt x="0" y="593"/>
                  </a:lnTo>
                  <a:lnTo>
                    <a:pt x="8775" y="5657"/>
                  </a:lnTo>
                  <a:lnTo>
                    <a:pt x="9803" y="5065"/>
                  </a:lnTo>
                  <a:lnTo>
                    <a:pt x="10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0" name="Google Shape;2315;p60">
              <a:extLst>
                <a:ext uri="{FF2B5EF4-FFF2-40B4-BE49-F238E27FC236}">
                  <a16:creationId xmlns:a16="http://schemas.microsoft.com/office/drawing/2014/main" id="{6F7F80B5-01B1-B1CC-39D2-510804528FB3}"/>
                </a:ext>
              </a:extLst>
            </p:cNvPr>
            <p:cNvSpPr/>
            <p:nvPr/>
          </p:nvSpPr>
          <p:spPr>
            <a:xfrm>
              <a:off x="3332607" y="3146027"/>
              <a:ext cx="846311" cy="488788"/>
            </a:xfrm>
            <a:custGeom>
              <a:avLst/>
              <a:gdLst/>
              <a:ahLst/>
              <a:cxnLst/>
              <a:rect l="l" t="t" r="r" b="b"/>
              <a:pathLst>
                <a:path w="13417" h="7749" extrusionOk="0">
                  <a:moveTo>
                    <a:pt x="907" y="0"/>
                  </a:moveTo>
                  <a:lnTo>
                    <a:pt x="0" y="532"/>
                  </a:lnTo>
                  <a:lnTo>
                    <a:pt x="12510" y="7748"/>
                  </a:lnTo>
                  <a:lnTo>
                    <a:pt x="13417" y="7228"/>
                  </a:lnTo>
                  <a:lnTo>
                    <a:pt x="9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1" name="Google Shape;2316;p60">
              <a:extLst>
                <a:ext uri="{FF2B5EF4-FFF2-40B4-BE49-F238E27FC236}">
                  <a16:creationId xmlns:a16="http://schemas.microsoft.com/office/drawing/2014/main" id="{D54FF589-1320-3979-BB31-D3220BC6C7BF}"/>
                </a:ext>
              </a:extLst>
            </p:cNvPr>
            <p:cNvSpPr/>
            <p:nvPr/>
          </p:nvSpPr>
          <p:spPr>
            <a:xfrm>
              <a:off x="2750157" y="3216168"/>
              <a:ext cx="1443276" cy="833380"/>
            </a:xfrm>
            <a:custGeom>
              <a:avLst/>
              <a:gdLst/>
              <a:ahLst/>
              <a:cxnLst/>
              <a:rect l="l" t="t" r="r" b="b"/>
              <a:pathLst>
                <a:path w="22881" h="13212" extrusionOk="0">
                  <a:moveTo>
                    <a:pt x="8038" y="0"/>
                  </a:moveTo>
                  <a:lnTo>
                    <a:pt x="0" y="4642"/>
                  </a:lnTo>
                  <a:lnTo>
                    <a:pt x="14843" y="13211"/>
                  </a:lnTo>
                  <a:lnTo>
                    <a:pt x="22880" y="8570"/>
                  </a:lnTo>
                  <a:lnTo>
                    <a:pt x="80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2" name="Google Shape;2317;p60">
              <a:extLst>
                <a:ext uri="{FF2B5EF4-FFF2-40B4-BE49-F238E27FC236}">
                  <a16:creationId xmlns:a16="http://schemas.microsoft.com/office/drawing/2014/main" id="{1F31040B-8C40-9FF7-F707-12A30ACC50E5}"/>
                </a:ext>
              </a:extLst>
            </p:cNvPr>
            <p:cNvSpPr/>
            <p:nvPr/>
          </p:nvSpPr>
          <p:spPr>
            <a:xfrm>
              <a:off x="2771477" y="3491374"/>
              <a:ext cx="1176458" cy="417888"/>
            </a:xfrm>
            <a:custGeom>
              <a:avLst/>
              <a:gdLst/>
              <a:ahLst/>
              <a:cxnLst/>
              <a:rect l="l" t="t" r="r" b="b"/>
              <a:pathLst>
                <a:path w="18651" h="6625" extrusionOk="0">
                  <a:moveTo>
                    <a:pt x="25" y="1"/>
                  </a:moveTo>
                  <a:lnTo>
                    <a:pt x="0" y="73"/>
                  </a:lnTo>
                  <a:lnTo>
                    <a:pt x="10456" y="1403"/>
                  </a:lnTo>
                  <a:lnTo>
                    <a:pt x="10456" y="4920"/>
                  </a:lnTo>
                  <a:lnTo>
                    <a:pt x="10576" y="4920"/>
                  </a:lnTo>
                  <a:lnTo>
                    <a:pt x="10576" y="3711"/>
                  </a:lnTo>
                  <a:lnTo>
                    <a:pt x="18167" y="4437"/>
                  </a:lnTo>
                  <a:lnTo>
                    <a:pt x="18530" y="6624"/>
                  </a:lnTo>
                  <a:lnTo>
                    <a:pt x="18650" y="6612"/>
                  </a:lnTo>
                  <a:lnTo>
                    <a:pt x="18276" y="4376"/>
                  </a:lnTo>
                  <a:lnTo>
                    <a:pt x="10576" y="3651"/>
                  </a:lnTo>
                  <a:lnTo>
                    <a:pt x="10576" y="1342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2C4B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3" name="Google Shape;2318;p60">
              <a:extLst>
                <a:ext uri="{FF2B5EF4-FFF2-40B4-BE49-F238E27FC236}">
                  <a16:creationId xmlns:a16="http://schemas.microsoft.com/office/drawing/2014/main" id="{EB0B8A62-72E1-4113-0BFC-3A88216F28C0}"/>
                </a:ext>
              </a:extLst>
            </p:cNvPr>
            <p:cNvSpPr/>
            <p:nvPr/>
          </p:nvSpPr>
          <p:spPr>
            <a:xfrm>
              <a:off x="3206012" y="3352226"/>
              <a:ext cx="133535" cy="69638"/>
            </a:xfrm>
            <a:custGeom>
              <a:avLst/>
              <a:gdLst/>
              <a:ahLst/>
              <a:cxnLst/>
              <a:rect l="l" t="t" r="r" b="b"/>
              <a:pathLst>
                <a:path w="2117" h="1104" extrusionOk="0">
                  <a:moveTo>
                    <a:pt x="1059" y="67"/>
                  </a:moveTo>
                  <a:cubicBezTo>
                    <a:pt x="1264" y="67"/>
                    <a:pt x="1469" y="116"/>
                    <a:pt x="1657" y="212"/>
                  </a:cubicBezTo>
                  <a:cubicBezTo>
                    <a:pt x="1983" y="394"/>
                    <a:pt x="1983" y="708"/>
                    <a:pt x="1657" y="901"/>
                  </a:cubicBezTo>
                  <a:cubicBezTo>
                    <a:pt x="1469" y="992"/>
                    <a:pt x="1264" y="1037"/>
                    <a:pt x="1059" y="1037"/>
                  </a:cubicBezTo>
                  <a:cubicBezTo>
                    <a:pt x="853" y="1037"/>
                    <a:pt x="648" y="992"/>
                    <a:pt x="460" y="901"/>
                  </a:cubicBezTo>
                  <a:cubicBezTo>
                    <a:pt x="134" y="708"/>
                    <a:pt x="134" y="394"/>
                    <a:pt x="460" y="212"/>
                  </a:cubicBezTo>
                  <a:cubicBezTo>
                    <a:pt x="648" y="116"/>
                    <a:pt x="853" y="67"/>
                    <a:pt x="1059" y="67"/>
                  </a:cubicBezTo>
                  <a:close/>
                  <a:moveTo>
                    <a:pt x="1059" y="1"/>
                  </a:moveTo>
                  <a:cubicBezTo>
                    <a:pt x="826" y="1"/>
                    <a:pt x="593" y="55"/>
                    <a:pt x="376" y="164"/>
                  </a:cubicBezTo>
                  <a:cubicBezTo>
                    <a:pt x="1" y="382"/>
                    <a:pt x="1" y="732"/>
                    <a:pt x="376" y="950"/>
                  </a:cubicBezTo>
                  <a:cubicBezTo>
                    <a:pt x="593" y="1052"/>
                    <a:pt x="826" y="1104"/>
                    <a:pt x="1059" y="1104"/>
                  </a:cubicBezTo>
                  <a:cubicBezTo>
                    <a:pt x="1291" y="1104"/>
                    <a:pt x="1524" y="1052"/>
                    <a:pt x="1741" y="950"/>
                  </a:cubicBezTo>
                  <a:cubicBezTo>
                    <a:pt x="2116" y="732"/>
                    <a:pt x="2116" y="382"/>
                    <a:pt x="1741" y="164"/>
                  </a:cubicBezTo>
                  <a:cubicBezTo>
                    <a:pt x="1524" y="55"/>
                    <a:pt x="1291" y="1"/>
                    <a:pt x="1059" y="1"/>
                  </a:cubicBezTo>
                  <a:close/>
                </a:path>
              </a:pathLst>
            </a:custGeom>
            <a:solidFill>
              <a:srgbClr val="2C4B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4" name="Google Shape;2319;p60">
              <a:extLst>
                <a:ext uri="{FF2B5EF4-FFF2-40B4-BE49-F238E27FC236}">
                  <a16:creationId xmlns:a16="http://schemas.microsoft.com/office/drawing/2014/main" id="{1DD70E10-3594-AA0A-14E5-E320C586117B}"/>
                </a:ext>
              </a:extLst>
            </p:cNvPr>
            <p:cNvSpPr/>
            <p:nvPr/>
          </p:nvSpPr>
          <p:spPr>
            <a:xfrm>
              <a:off x="3070334" y="3764308"/>
              <a:ext cx="541394" cy="311918"/>
            </a:xfrm>
            <a:custGeom>
              <a:avLst/>
              <a:gdLst/>
              <a:ahLst/>
              <a:cxnLst/>
              <a:rect l="l" t="t" r="r" b="b"/>
              <a:pathLst>
                <a:path w="8583" h="4945" extrusionOk="0">
                  <a:moveTo>
                    <a:pt x="883" y="1"/>
                  </a:moveTo>
                  <a:lnTo>
                    <a:pt x="0" y="509"/>
                  </a:lnTo>
                  <a:lnTo>
                    <a:pt x="7700" y="4944"/>
                  </a:lnTo>
                  <a:lnTo>
                    <a:pt x="8582" y="4449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5" name="Google Shape;2320;p60">
              <a:extLst>
                <a:ext uri="{FF2B5EF4-FFF2-40B4-BE49-F238E27FC236}">
                  <a16:creationId xmlns:a16="http://schemas.microsoft.com/office/drawing/2014/main" id="{2929C1DA-D67D-F32D-53E4-9FC66414F7A8}"/>
                </a:ext>
              </a:extLst>
            </p:cNvPr>
            <p:cNvSpPr/>
            <p:nvPr/>
          </p:nvSpPr>
          <p:spPr>
            <a:xfrm>
              <a:off x="2649487" y="3589711"/>
              <a:ext cx="889014" cy="513955"/>
            </a:xfrm>
            <a:custGeom>
              <a:avLst/>
              <a:gdLst/>
              <a:ahLst/>
              <a:cxnLst/>
              <a:rect l="l" t="t" r="r" b="b"/>
              <a:pathLst>
                <a:path w="14094" h="8148" extrusionOk="0">
                  <a:moveTo>
                    <a:pt x="279" y="1"/>
                  </a:moveTo>
                  <a:lnTo>
                    <a:pt x="1" y="170"/>
                  </a:lnTo>
                  <a:lnTo>
                    <a:pt x="13804" y="8148"/>
                  </a:lnTo>
                  <a:lnTo>
                    <a:pt x="14094" y="7978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6" name="Google Shape;2321;p60">
              <a:extLst>
                <a:ext uri="{FF2B5EF4-FFF2-40B4-BE49-F238E27FC236}">
                  <a16:creationId xmlns:a16="http://schemas.microsoft.com/office/drawing/2014/main" id="{C5E1C2D3-53C3-63F5-B2F5-0364C6DE96AE}"/>
                </a:ext>
              </a:extLst>
            </p:cNvPr>
            <p:cNvSpPr/>
            <p:nvPr/>
          </p:nvSpPr>
          <p:spPr>
            <a:xfrm>
              <a:off x="2833986" y="3630963"/>
              <a:ext cx="107547" cy="56328"/>
            </a:xfrm>
            <a:custGeom>
              <a:avLst/>
              <a:gdLst/>
              <a:ahLst/>
              <a:cxnLst/>
              <a:rect l="l" t="t" r="r" b="b"/>
              <a:pathLst>
                <a:path w="1705" h="893" extrusionOk="0">
                  <a:moveTo>
                    <a:pt x="859" y="1"/>
                  </a:moveTo>
                  <a:cubicBezTo>
                    <a:pt x="663" y="1"/>
                    <a:pt x="469" y="49"/>
                    <a:pt x="291" y="145"/>
                  </a:cubicBezTo>
                  <a:cubicBezTo>
                    <a:pt x="1" y="326"/>
                    <a:pt x="13" y="604"/>
                    <a:pt x="327" y="773"/>
                  </a:cubicBezTo>
                  <a:cubicBezTo>
                    <a:pt x="487" y="853"/>
                    <a:pt x="664" y="893"/>
                    <a:pt x="842" y="893"/>
                  </a:cubicBezTo>
                  <a:cubicBezTo>
                    <a:pt x="1039" y="893"/>
                    <a:pt x="1237" y="844"/>
                    <a:pt x="1415" y="749"/>
                  </a:cubicBezTo>
                  <a:cubicBezTo>
                    <a:pt x="1705" y="568"/>
                    <a:pt x="1681" y="290"/>
                    <a:pt x="1378" y="121"/>
                  </a:cubicBezTo>
                  <a:cubicBezTo>
                    <a:pt x="1212" y="40"/>
                    <a:pt x="1035" y="1"/>
                    <a:pt x="859" y="1"/>
                  </a:cubicBezTo>
                  <a:close/>
                </a:path>
              </a:pathLst>
            </a:custGeom>
            <a:solidFill>
              <a:srgbClr val="FDE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7" name="Google Shape;2322;p60">
              <a:extLst>
                <a:ext uri="{FF2B5EF4-FFF2-40B4-BE49-F238E27FC236}">
                  <a16:creationId xmlns:a16="http://schemas.microsoft.com/office/drawing/2014/main" id="{31012D45-4CC7-B94A-7E20-E445CB386DA0}"/>
                </a:ext>
              </a:extLst>
            </p:cNvPr>
            <p:cNvSpPr/>
            <p:nvPr/>
          </p:nvSpPr>
          <p:spPr>
            <a:xfrm>
              <a:off x="2850008" y="3640803"/>
              <a:ext cx="70962" cy="37720"/>
            </a:xfrm>
            <a:custGeom>
              <a:avLst/>
              <a:gdLst/>
              <a:ahLst/>
              <a:cxnLst/>
              <a:rect l="l" t="t" r="r" b="b"/>
              <a:pathLst>
                <a:path w="1125" h="598" extrusionOk="0">
                  <a:moveTo>
                    <a:pt x="278" y="1"/>
                  </a:moveTo>
                  <a:cubicBezTo>
                    <a:pt x="254" y="13"/>
                    <a:pt x="242" y="25"/>
                    <a:pt x="218" y="37"/>
                  </a:cubicBezTo>
                  <a:cubicBezTo>
                    <a:pt x="0" y="170"/>
                    <a:pt x="25" y="375"/>
                    <a:pt x="254" y="508"/>
                  </a:cubicBezTo>
                  <a:cubicBezTo>
                    <a:pt x="378" y="567"/>
                    <a:pt x="514" y="598"/>
                    <a:pt x="649" y="598"/>
                  </a:cubicBezTo>
                  <a:cubicBezTo>
                    <a:pt x="791" y="598"/>
                    <a:pt x="934" y="564"/>
                    <a:pt x="1064" y="496"/>
                  </a:cubicBezTo>
                  <a:cubicBezTo>
                    <a:pt x="1088" y="484"/>
                    <a:pt x="1100" y="472"/>
                    <a:pt x="1124" y="448"/>
                  </a:cubicBezTo>
                  <a:cubicBezTo>
                    <a:pt x="1016" y="351"/>
                    <a:pt x="895" y="267"/>
                    <a:pt x="762" y="206"/>
                  </a:cubicBezTo>
                  <a:cubicBezTo>
                    <a:pt x="617" y="122"/>
                    <a:pt x="448" y="49"/>
                    <a:pt x="278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8" name="Google Shape;2323;p60">
              <a:extLst>
                <a:ext uri="{FF2B5EF4-FFF2-40B4-BE49-F238E27FC236}">
                  <a16:creationId xmlns:a16="http://schemas.microsoft.com/office/drawing/2014/main" id="{19C28D03-7E84-5AC5-928E-4DE1CB140B72}"/>
                </a:ext>
              </a:extLst>
            </p:cNvPr>
            <p:cNvSpPr/>
            <p:nvPr/>
          </p:nvSpPr>
          <p:spPr>
            <a:xfrm>
              <a:off x="2853792" y="3655311"/>
              <a:ext cx="44280" cy="23402"/>
            </a:xfrm>
            <a:custGeom>
              <a:avLst/>
              <a:gdLst/>
              <a:ahLst/>
              <a:cxnLst/>
              <a:rect l="l" t="t" r="r" b="b"/>
              <a:pathLst>
                <a:path w="702" h="37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121"/>
                    <a:pt x="85" y="230"/>
                    <a:pt x="194" y="278"/>
                  </a:cubicBezTo>
                  <a:cubicBezTo>
                    <a:pt x="319" y="336"/>
                    <a:pt x="458" y="371"/>
                    <a:pt x="595" y="371"/>
                  </a:cubicBezTo>
                  <a:cubicBezTo>
                    <a:pt x="631" y="371"/>
                    <a:pt x="667" y="368"/>
                    <a:pt x="702" y="363"/>
                  </a:cubicBezTo>
                  <a:cubicBezTo>
                    <a:pt x="666" y="254"/>
                    <a:pt x="581" y="170"/>
                    <a:pt x="472" y="121"/>
                  </a:cubicBezTo>
                  <a:cubicBezTo>
                    <a:pt x="327" y="49"/>
                    <a:pt x="170" y="13"/>
                    <a:pt x="13" y="0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9" name="Google Shape;2324;p60">
              <a:extLst>
                <a:ext uri="{FF2B5EF4-FFF2-40B4-BE49-F238E27FC236}">
                  <a16:creationId xmlns:a16="http://schemas.microsoft.com/office/drawing/2014/main" id="{709D25E6-48A1-5546-55FE-2B9B25362095}"/>
                </a:ext>
              </a:extLst>
            </p:cNvPr>
            <p:cNvSpPr/>
            <p:nvPr/>
          </p:nvSpPr>
          <p:spPr>
            <a:xfrm>
              <a:off x="2914030" y="3653229"/>
              <a:ext cx="16842" cy="11291"/>
            </a:xfrm>
            <a:custGeom>
              <a:avLst/>
              <a:gdLst/>
              <a:ahLst/>
              <a:cxnLst/>
              <a:rect l="l" t="t" r="r" b="b"/>
              <a:pathLst>
                <a:path w="267" h="179" extrusionOk="0">
                  <a:moveTo>
                    <a:pt x="13" y="0"/>
                  </a:moveTo>
                  <a:cubicBezTo>
                    <a:pt x="10" y="0"/>
                    <a:pt x="7" y="3"/>
                    <a:pt x="1" y="9"/>
                  </a:cubicBezTo>
                  <a:lnTo>
                    <a:pt x="1" y="21"/>
                  </a:lnTo>
                  <a:lnTo>
                    <a:pt x="158" y="166"/>
                  </a:lnTo>
                  <a:cubicBezTo>
                    <a:pt x="170" y="178"/>
                    <a:pt x="182" y="178"/>
                    <a:pt x="194" y="178"/>
                  </a:cubicBezTo>
                  <a:cubicBezTo>
                    <a:pt x="194" y="166"/>
                    <a:pt x="206" y="166"/>
                    <a:pt x="194" y="154"/>
                  </a:cubicBezTo>
                  <a:lnTo>
                    <a:pt x="73" y="46"/>
                  </a:lnTo>
                  <a:lnTo>
                    <a:pt x="73" y="46"/>
                  </a:lnTo>
                  <a:lnTo>
                    <a:pt x="230" y="82"/>
                  </a:lnTo>
                  <a:cubicBezTo>
                    <a:pt x="242" y="82"/>
                    <a:pt x="255" y="82"/>
                    <a:pt x="255" y="70"/>
                  </a:cubicBezTo>
                  <a:cubicBezTo>
                    <a:pt x="267" y="70"/>
                    <a:pt x="255" y="58"/>
                    <a:pt x="242" y="58"/>
                  </a:cubicBezTo>
                  <a:lnTo>
                    <a:pt x="25" y="9"/>
                  </a:lnTo>
                  <a:cubicBezTo>
                    <a:pt x="19" y="3"/>
                    <a:pt x="16" y="0"/>
                    <a:pt x="13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0" name="Google Shape;2325;p60">
              <a:extLst>
                <a:ext uri="{FF2B5EF4-FFF2-40B4-BE49-F238E27FC236}">
                  <a16:creationId xmlns:a16="http://schemas.microsoft.com/office/drawing/2014/main" id="{9893DF5B-A3AC-4179-0B74-4923F902AEF8}"/>
                </a:ext>
              </a:extLst>
            </p:cNvPr>
            <p:cNvSpPr/>
            <p:nvPr/>
          </p:nvSpPr>
          <p:spPr>
            <a:xfrm>
              <a:off x="2876689" y="3634748"/>
              <a:ext cx="19869" cy="9209"/>
            </a:xfrm>
            <a:custGeom>
              <a:avLst/>
              <a:gdLst/>
              <a:ahLst/>
              <a:cxnLst/>
              <a:rect l="l" t="t" r="r" b="b"/>
              <a:pathLst>
                <a:path w="315" h="146" extrusionOk="0">
                  <a:moveTo>
                    <a:pt x="182" y="0"/>
                  </a:moveTo>
                  <a:cubicBezTo>
                    <a:pt x="170" y="12"/>
                    <a:pt x="170" y="24"/>
                    <a:pt x="170" y="24"/>
                  </a:cubicBezTo>
                  <a:lnTo>
                    <a:pt x="242" y="109"/>
                  </a:lnTo>
                  <a:lnTo>
                    <a:pt x="242" y="109"/>
                  </a:lnTo>
                  <a:lnTo>
                    <a:pt x="37" y="48"/>
                  </a:lnTo>
                  <a:cubicBezTo>
                    <a:pt x="31" y="42"/>
                    <a:pt x="25" y="39"/>
                    <a:pt x="19" y="39"/>
                  </a:cubicBezTo>
                  <a:cubicBezTo>
                    <a:pt x="13" y="39"/>
                    <a:pt x="6" y="42"/>
                    <a:pt x="0" y="48"/>
                  </a:cubicBezTo>
                  <a:cubicBezTo>
                    <a:pt x="0" y="48"/>
                    <a:pt x="0" y="61"/>
                    <a:pt x="0" y="61"/>
                  </a:cubicBezTo>
                  <a:lnTo>
                    <a:pt x="25" y="61"/>
                  </a:lnTo>
                  <a:lnTo>
                    <a:pt x="291" y="145"/>
                  </a:lnTo>
                  <a:lnTo>
                    <a:pt x="315" y="145"/>
                  </a:lnTo>
                  <a:lnTo>
                    <a:pt x="315" y="133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1" name="Google Shape;2326;p60">
              <a:extLst>
                <a:ext uri="{FF2B5EF4-FFF2-40B4-BE49-F238E27FC236}">
                  <a16:creationId xmlns:a16="http://schemas.microsoft.com/office/drawing/2014/main" id="{ED277493-1C9D-AEDF-A111-A47C6E0E6E9A}"/>
                </a:ext>
              </a:extLst>
            </p:cNvPr>
            <p:cNvSpPr/>
            <p:nvPr/>
          </p:nvSpPr>
          <p:spPr>
            <a:xfrm>
              <a:off x="2761574" y="3589332"/>
              <a:ext cx="103762" cy="54247"/>
            </a:xfrm>
            <a:custGeom>
              <a:avLst/>
              <a:gdLst/>
              <a:ahLst/>
              <a:cxnLst/>
              <a:rect l="l" t="t" r="r" b="b"/>
              <a:pathLst>
                <a:path w="1645" h="860" extrusionOk="0">
                  <a:moveTo>
                    <a:pt x="822" y="1"/>
                  </a:moveTo>
                  <a:cubicBezTo>
                    <a:pt x="641" y="1"/>
                    <a:pt x="460" y="43"/>
                    <a:pt x="290" y="128"/>
                  </a:cubicBezTo>
                  <a:cubicBezTo>
                    <a:pt x="0" y="297"/>
                    <a:pt x="0" y="563"/>
                    <a:pt x="290" y="732"/>
                  </a:cubicBezTo>
                  <a:cubicBezTo>
                    <a:pt x="460" y="817"/>
                    <a:pt x="641" y="859"/>
                    <a:pt x="822" y="859"/>
                  </a:cubicBezTo>
                  <a:cubicBezTo>
                    <a:pt x="1004" y="859"/>
                    <a:pt x="1185" y="817"/>
                    <a:pt x="1354" y="732"/>
                  </a:cubicBezTo>
                  <a:cubicBezTo>
                    <a:pt x="1644" y="563"/>
                    <a:pt x="1644" y="297"/>
                    <a:pt x="1354" y="128"/>
                  </a:cubicBezTo>
                  <a:cubicBezTo>
                    <a:pt x="1185" y="43"/>
                    <a:pt x="1004" y="1"/>
                    <a:pt x="822" y="1"/>
                  </a:cubicBezTo>
                  <a:close/>
                </a:path>
              </a:pathLst>
            </a:custGeom>
            <a:solidFill>
              <a:srgbClr val="FE3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2" name="Google Shape;2327;p60">
              <a:extLst>
                <a:ext uri="{FF2B5EF4-FFF2-40B4-BE49-F238E27FC236}">
                  <a16:creationId xmlns:a16="http://schemas.microsoft.com/office/drawing/2014/main" id="{33250AAF-FD3A-6DBC-701F-EDBF6B9B69BD}"/>
                </a:ext>
              </a:extLst>
            </p:cNvPr>
            <p:cNvSpPr/>
            <p:nvPr/>
          </p:nvSpPr>
          <p:spPr>
            <a:xfrm>
              <a:off x="2790526" y="3598226"/>
              <a:ext cx="61059" cy="31980"/>
            </a:xfrm>
            <a:custGeom>
              <a:avLst/>
              <a:gdLst/>
              <a:ahLst/>
              <a:cxnLst/>
              <a:rect l="l" t="t" r="r" b="b"/>
              <a:pathLst>
                <a:path w="968" h="507" extrusionOk="0">
                  <a:moveTo>
                    <a:pt x="302" y="0"/>
                  </a:moveTo>
                  <a:cubicBezTo>
                    <a:pt x="142" y="0"/>
                    <a:pt x="1" y="96"/>
                    <a:pt x="1" y="229"/>
                  </a:cubicBezTo>
                  <a:cubicBezTo>
                    <a:pt x="1" y="313"/>
                    <a:pt x="13" y="398"/>
                    <a:pt x="61" y="470"/>
                  </a:cubicBezTo>
                  <a:cubicBezTo>
                    <a:pt x="194" y="494"/>
                    <a:pt x="327" y="507"/>
                    <a:pt x="472" y="507"/>
                  </a:cubicBezTo>
                  <a:cubicBezTo>
                    <a:pt x="774" y="494"/>
                    <a:pt x="968" y="362"/>
                    <a:pt x="823" y="253"/>
                  </a:cubicBezTo>
                  <a:cubicBezTo>
                    <a:pt x="765" y="211"/>
                    <a:pt x="690" y="193"/>
                    <a:pt x="618" y="193"/>
                  </a:cubicBezTo>
                  <a:cubicBezTo>
                    <a:pt x="584" y="193"/>
                    <a:pt x="551" y="197"/>
                    <a:pt x="520" y="204"/>
                  </a:cubicBezTo>
                  <a:cubicBezTo>
                    <a:pt x="532" y="168"/>
                    <a:pt x="569" y="84"/>
                    <a:pt x="436" y="23"/>
                  </a:cubicBezTo>
                  <a:cubicBezTo>
                    <a:pt x="391" y="7"/>
                    <a:pt x="346" y="0"/>
                    <a:pt x="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3" name="Google Shape;2328;p60">
              <a:extLst>
                <a:ext uri="{FF2B5EF4-FFF2-40B4-BE49-F238E27FC236}">
                  <a16:creationId xmlns:a16="http://schemas.microsoft.com/office/drawing/2014/main" id="{A9C5326F-86A5-0D86-E193-87511C7A1D34}"/>
                </a:ext>
              </a:extLst>
            </p:cNvPr>
            <p:cNvSpPr/>
            <p:nvPr/>
          </p:nvSpPr>
          <p:spPr>
            <a:xfrm>
              <a:off x="2684557" y="3544737"/>
              <a:ext cx="107547" cy="55761"/>
            </a:xfrm>
            <a:custGeom>
              <a:avLst/>
              <a:gdLst/>
              <a:ahLst/>
              <a:cxnLst/>
              <a:rect l="l" t="t" r="r" b="b"/>
              <a:pathLst>
                <a:path w="1705" h="884" extrusionOk="0">
                  <a:moveTo>
                    <a:pt x="843" y="0"/>
                  </a:moveTo>
                  <a:cubicBezTo>
                    <a:pt x="669" y="0"/>
                    <a:pt x="496" y="37"/>
                    <a:pt x="339" y="110"/>
                  </a:cubicBezTo>
                  <a:cubicBezTo>
                    <a:pt x="25" y="279"/>
                    <a:pt x="1" y="557"/>
                    <a:pt x="279" y="738"/>
                  </a:cubicBezTo>
                  <a:cubicBezTo>
                    <a:pt x="460" y="835"/>
                    <a:pt x="658" y="884"/>
                    <a:pt x="858" y="884"/>
                  </a:cubicBezTo>
                  <a:cubicBezTo>
                    <a:pt x="1030" y="884"/>
                    <a:pt x="1204" y="847"/>
                    <a:pt x="1366" y="774"/>
                  </a:cubicBezTo>
                  <a:cubicBezTo>
                    <a:pt x="1669" y="605"/>
                    <a:pt x="1705" y="327"/>
                    <a:pt x="1427" y="146"/>
                  </a:cubicBezTo>
                  <a:cubicBezTo>
                    <a:pt x="1245" y="49"/>
                    <a:pt x="1043" y="0"/>
                    <a:pt x="843" y="0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4" name="Google Shape;2329;p60">
              <a:extLst>
                <a:ext uri="{FF2B5EF4-FFF2-40B4-BE49-F238E27FC236}">
                  <a16:creationId xmlns:a16="http://schemas.microsoft.com/office/drawing/2014/main" id="{6EF8911A-7CF4-9DFA-D781-741ED0E79C8B}"/>
                </a:ext>
              </a:extLst>
            </p:cNvPr>
            <p:cNvSpPr/>
            <p:nvPr/>
          </p:nvSpPr>
          <p:spPr>
            <a:xfrm>
              <a:off x="2705877" y="3560380"/>
              <a:ext cx="27565" cy="14256"/>
            </a:xfrm>
            <a:custGeom>
              <a:avLst/>
              <a:gdLst/>
              <a:ahLst/>
              <a:cxnLst/>
              <a:rect l="l" t="t" r="r" b="b"/>
              <a:pathLst>
                <a:path w="437" h="226" extrusionOk="0">
                  <a:moveTo>
                    <a:pt x="315" y="1"/>
                  </a:moveTo>
                  <a:cubicBezTo>
                    <a:pt x="291" y="1"/>
                    <a:pt x="267" y="7"/>
                    <a:pt x="243" y="19"/>
                  </a:cubicBezTo>
                  <a:lnTo>
                    <a:pt x="49" y="115"/>
                  </a:lnTo>
                  <a:cubicBezTo>
                    <a:pt x="1" y="140"/>
                    <a:pt x="1" y="176"/>
                    <a:pt x="37" y="212"/>
                  </a:cubicBezTo>
                  <a:cubicBezTo>
                    <a:pt x="60" y="221"/>
                    <a:pt x="82" y="225"/>
                    <a:pt x="103" y="225"/>
                  </a:cubicBezTo>
                  <a:cubicBezTo>
                    <a:pt x="136" y="225"/>
                    <a:pt x="169" y="215"/>
                    <a:pt x="206" y="200"/>
                  </a:cubicBezTo>
                  <a:lnTo>
                    <a:pt x="388" y="103"/>
                  </a:lnTo>
                  <a:cubicBezTo>
                    <a:pt x="424" y="79"/>
                    <a:pt x="436" y="43"/>
                    <a:pt x="388" y="19"/>
                  </a:cubicBezTo>
                  <a:cubicBezTo>
                    <a:pt x="364" y="7"/>
                    <a:pt x="339" y="1"/>
                    <a:pt x="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5" name="Google Shape;2330;p60">
              <a:extLst>
                <a:ext uri="{FF2B5EF4-FFF2-40B4-BE49-F238E27FC236}">
                  <a16:creationId xmlns:a16="http://schemas.microsoft.com/office/drawing/2014/main" id="{2048E17A-475B-3983-2C53-5BB00232841B}"/>
                </a:ext>
              </a:extLst>
            </p:cNvPr>
            <p:cNvSpPr/>
            <p:nvPr/>
          </p:nvSpPr>
          <p:spPr>
            <a:xfrm>
              <a:off x="2718871" y="3562524"/>
              <a:ext cx="48065" cy="25357"/>
            </a:xfrm>
            <a:custGeom>
              <a:avLst/>
              <a:gdLst/>
              <a:ahLst/>
              <a:cxnLst/>
              <a:rect l="l" t="t" r="r" b="b"/>
              <a:pathLst>
                <a:path w="762" h="402" extrusionOk="0">
                  <a:moveTo>
                    <a:pt x="681" y="1"/>
                  </a:moveTo>
                  <a:cubicBezTo>
                    <a:pt x="661" y="1"/>
                    <a:pt x="643" y="7"/>
                    <a:pt x="629" y="21"/>
                  </a:cubicBezTo>
                  <a:cubicBezTo>
                    <a:pt x="617" y="21"/>
                    <a:pt x="617" y="33"/>
                    <a:pt x="605" y="33"/>
                  </a:cubicBezTo>
                  <a:lnTo>
                    <a:pt x="532" y="33"/>
                  </a:lnTo>
                  <a:lnTo>
                    <a:pt x="351" y="45"/>
                  </a:lnTo>
                  <a:cubicBezTo>
                    <a:pt x="315" y="45"/>
                    <a:pt x="291" y="57"/>
                    <a:pt x="266" y="69"/>
                  </a:cubicBezTo>
                  <a:lnTo>
                    <a:pt x="254" y="69"/>
                  </a:lnTo>
                  <a:lnTo>
                    <a:pt x="25" y="190"/>
                  </a:lnTo>
                  <a:cubicBezTo>
                    <a:pt x="0" y="202"/>
                    <a:pt x="0" y="214"/>
                    <a:pt x="25" y="227"/>
                  </a:cubicBezTo>
                  <a:lnTo>
                    <a:pt x="266" y="384"/>
                  </a:lnTo>
                  <a:cubicBezTo>
                    <a:pt x="284" y="396"/>
                    <a:pt x="300" y="402"/>
                    <a:pt x="315" y="402"/>
                  </a:cubicBezTo>
                  <a:cubicBezTo>
                    <a:pt x="330" y="402"/>
                    <a:pt x="345" y="396"/>
                    <a:pt x="363" y="384"/>
                  </a:cubicBezTo>
                  <a:cubicBezTo>
                    <a:pt x="375" y="384"/>
                    <a:pt x="375" y="372"/>
                    <a:pt x="387" y="372"/>
                  </a:cubicBezTo>
                  <a:lnTo>
                    <a:pt x="460" y="372"/>
                  </a:lnTo>
                  <a:cubicBezTo>
                    <a:pt x="472" y="359"/>
                    <a:pt x="484" y="359"/>
                    <a:pt x="484" y="347"/>
                  </a:cubicBezTo>
                  <a:cubicBezTo>
                    <a:pt x="508" y="347"/>
                    <a:pt x="532" y="347"/>
                    <a:pt x="556" y="335"/>
                  </a:cubicBezTo>
                  <a:cubicBezTo>
                    <a:pt x="581" y="335"/>
                    <a:pt x="593" y="311"/>
                    <a:pt x="581" y="299"/>
                  </a:cubicBezTo>
                  <a:cubicBezTo>
                    <a:pt x="605" y="299"/>
                    <a:pt x="641" y="299"/>
                    <a:pt x="665" y="287"/>
                  </a:cubicBezTo>
                  <a:cubicBezTo>
                    <a:pt x="689" y="275"/>
                    <a:pt x="701" y="251"/>
                    <a:pt x="665" y="227"/>
                  </a:cubicBezTo>
                  <a:lnTo>
                    <a:pt x="520" y="142"/>
                  </a:lnTo>
                  <a:lnTo>
                    <a:pt x="629" y="130"/>
                  </a:lnTo>
                  <a:cubicBezTo>
                    <a:pt x="653" y="118"/>
                    <a:pt x="665" y="118"/>
                    <a:pt x="689" y="106"/>
                  </a:cubicBezTo>
                  <a:cubicBezTo>
                    <a:pt x="701" y="94"/>
                    <a:pt x="726" y="81"/>
                    <a:pt x="738" y="69"/>
                  </a:cubicBezTo>
                  <a:cubicBezTo>
                    <a:pt x="750" y="45"/>
                    <a:pt x="762" y="21"/>
                    <a:pt x="726" y="9"/>
                  </a:cubicBezTo>
                  <a:cubicBezTo>
                    <a:pt x="711" y="4"/>
                    <a:pt x="696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6" name="Google Shape;2331;p60">
              <a:extLst>
                <a:ext uri="{FF2B5EF4-FFF2-40B4-BE49-F238E27FC236}">
                  <a16:creationId xmlns:a16="http://schemas.microsoft.com/office/drawing/2014/main" id="{285EA7B7-0F5E-2B69-68D4-E5CE5990DB12}"/>
                </a:ext>
              </a:extLst>
            </p:cNvPr>
            <p:cNvSpPr/>
            <p:nvPr/>
          </p:nvSpPr>
          <p:spPr>
            <a:xfrm>
              <a:off x="2987262" y="3719334"/>
              <a:ext cx="106790" cy="56013"/>
            </a:xfrm>
            <a:custGeom>
              <a:avLst/>
              <a:gdLst/>
              <a:ahLst/>
              <a:cxnLst/>
              <a:rect l="l" t="t" r="r" b="b"/>
              <a:pathLst>
                <a:path w="1693" h="888" extrusionOk="0">
                  <a:moveTo>
                    <a:pt x="860" y="1"/>
                  </a:moveTo>
                  <a:cubicBezTo>
                    <a:pt x="669" y="1"/>
                    <a:pt x="477" y="46"/>
                    <a:pt x="302" y="134"/>
                  </a:cubicBezTo>
                  <a:cubicBezTo>
                    <a:pt x="0" y="315"/>
                    <a:pt x="12" y="593"/>
                    <a:pt x="314" y="762"/>
                  </a:cubicBezTo>
                  <a:cubicBezTo>
                    <a:pt x="487" y="845"/>
                    <a:pt x="670" y="888"/>
                    <a:pt x="853" y="888"/>
                  </a:cubicBezTo>
                  <a:cubicBezTo>
                    <a:pt x="1042" y="888"/>
                    <a:pt x="1230" y="842"/>
                    <a:pt x="1402" y="750"/>
                  </a:cubicBezTo>
                  <a:cubicBezTo>
                    <a:pt x="1692" y="581"/>
                    <a:pt x="1680" y="303"/>
                    <a:pt x="1378" y="122"/>
                  </a:cubicBezTo>
                  <a:cubicBezTo>
                    <a:pt x="1215" y="40"/>
                    <a:pt x="1038" y="1"/>
                    <a:pt x="860" y="1"/>
                  </a:cubicBezTo>
                  <a:close/>
                </a:path>
              </a:pathLst>
            </a:custGeom>
            <a:solidFill>
              <a:srgbClr val="FD74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7" name="Google Shape;2332;p60">
              <a:extLst>
                <a:ext uri="{FF2B5EF4-FFF2-40B4-BE49-F238E27FC236}">
                  <a16:creationId xmlns:a16="http://schemas.microsoft.com/office/drawing/2014/main" id="{D4FE287E-75FA-5534-6455-EAFCCA1660E4}"/>
                </a:ext>
              </a:extLst>
            </p:cNvPr>
            <p:cNvSpPr/>
            <p:nvPr/>
          </p:nvSpPr>
          <p:spPr>
            <a:xfrm>
              <a:off x="3007825" y="3753837"/>
              <a:ext cx="23717" cy="12868"/>
            </a:xfrm>
            <a:custGeom>
              <a:avLst/>
              <a:gdLst/>
              <a:ahLst/>
              <a:cxnLst/>
              <a:rect l="l" t="t" r="r" b="b"/>
              <a:pathLst>
                <a:path w="376" h="204" extrusionOk="0">
                  <a:moveTo>
                    <a:pt x="37" y="1"/>
                  </a:moveTo>
                  <a:cubicBezTo>
                    <a:pt x="28" y="1"/>
                    <a:pt x="18" y="4"/>
                    <a:pt x="12" y="10"/>
                  </a:cubicBezTo>
                  <a:cubicBezTo>
                    <a:pt x="0" y="10"/>
                    <a:pt x="12" y="34"/>
                    <a:pt x="12" y="34"/>
                  </a:cubicBezTo>
                  <a:lnTo>
                    <a:pt x="25" y="46"/>
                  </a:lnTo>
                  <a:cubicBezTo>
                    <a:pt x="133" y="82"/>
                    <a:pt x="230" y="131"/>
                    <a:pt x="315" y="203"/>
                  </a:cubicBezTo>
                  <a:lnTo>
                    <a:pt x="363" y="203"/>
                  </a:lnTo>
                  <a:cubicBezTo>
                    <a:pt x="375" y="191"/>
                    <a:pt x="375" y="179"/>
                    <a:pt x="375" y="179"/>
                  </a:cubicBezTo>
                  <a:cubicBezTo>
                    <a:pt x="278" y="94"/>
                    <a:pt x="170" y="46"/>
                    <a:pt x="61" y="10"/>
                  </a:cubicBezTo>
                  <a:cubicBezTo>
                    <a:pt x="55" y="4"/>
                    <a:pt x="46" y="1"/>
                    <a:pt x="37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8" name="Google Shape;2333;p60">
              <a:extLst>
                <a:ext uri="{FF2B5EF4-FFF2-40B4-BE49-F238E27FC236}">
                  <a16:creationId xmlns:a16="http://schemas.microsoft.com/office/drawing/2014/main" id="{7DAE7301-3703-BA5A-25EB-662C0DA1FC65}"/>
                </a:ext>
              </a:extLst>
            </p:cNvPr>
            <p:cNvSpPr/>
            <p:nvPr/>
          </p:nvSpPr>
          <p:spPr>
            <a:xfrm>
              <a:off x="3010096" y="3734599"/>
              <a:ext cx="16842" cy="16085"/>
            </a:xfrm>
            <a:custGeom>
              <a:avLst/>
              <a:gdLst/>
              <a:ahLst/>
              <a:cxnLst/>
              <a:rect l="l" t="t" r="r" b="b"/>
              <a:pathLst>
                <a:path w="267" h="255" extrusionOk="0">
                  <a:moveTo>
                    <a:pt x="97" y="0"/>
                  </a:moveTo>
                  <a:cubicBezTo>
                    <a:pt x="85" y="0"/>
                    <a:pt x="73" y="0"/>
                    <a:pt x="73" y="13"/>
                  </a:cubicBezTo>
                  <a:cubicBezTo>
                    <a:pt x="85" y="37"/>
                    <a:pt x="85" y="61"/>
                    <a:pt x="109" y="97"/>
                  </a:cubicBezTo>
                  <a:lnTo>
                    <a:pt x="61" y="97"/>
                  </a:lnTo>
                  <a:cubicBezTo>
                    <a:pt x="13" y="121"/>
                    <a:pt x="1" y="146"/>
                    <a:pt x="25" y="182"/>
                  </a:cubicBezTo>
                  <a:cubicBezTo>
                    <a:pt x="46" y="196"/>
                    <a:pt x="71" y="202"/>
                    <a:pt x="99" y="202"/>
                  </a:cubicBezTo>
                  <a:cubicBezTo>
                    <a:pt x="118" y="202"/>
                    <a:pt x="138" y="199"/>
                    <a:pt x="158" y="194"/>
                  </a:cubicBezTo>
                  <a:lnTo>
                    <a:pt x="170" y="194"/>
                  </a:lnTo>
                  <a:cubicBezTo>
                    <a:pt x="182" y="206"/>
                    <a:pt x="194" y="218"/>
                    <a:pt x="206" y="242"/>
                  </a:cubicBezTo>
                  <a:lnTo>
                    <a:pt x="218" y="254"/>
                  </a:lnTo>
                  <a:lnTo>
                    <a:pt x="254" y="254"/>
                  </a:lnTo>
                  <a:cubicBezTo>
                    <a:pt x="267" y="254"/>
                    <a:pt x="267" y="242"/>
                    <a:pt x="267" y="230"/>
                  </a:cubicBezTo>
                  <a:cubicBezTo>
                    <a:pt x="194" y="182"/>
                    <a:pt x="146" y="97"/>
                    <a:pt x="121" y="13"/>
                  </a:cubicBezTo>
                  <a:cubicBezTo>
                    <a:pt x="121" y="0"/>
                    <a:pt x="109" y="0"/>
                    <a:pt x="97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9" name="Google Shape;2334;p60">
              <a:extLst>
                <a:ext uri="{FF2B5EF4-FFF2-40B4-BE49-F238E27FC236}">
                  <a16:creationId xmlns:a16="http://schemas.microsoft.com/office/drawing/2014/main" id="{E127C954-157F-CCFF-A42C-66EFF6DA3004}"/>
                </a:ext>
              </a:extLst>
            </p:cNvPr>
            <p:cNvSpPr/>
            <p:nvPr/>
          </p:nvSpPr>
          <p:spPr>
            <a:xfrm>
              <a:off x="3034507" y="3755162"/>
              <a:ext cx="29773" cy="9525"/>
            </a:xfrm>
            <a:custGeom>
              <a:avLst/>
              <a:gdLst/>
              <a:ahLst/>
              <a:cxnLst/>
              <a:rect l="l" t="t" r="r" b="b"/>
              <a:pathLst>
                <a:path w="472" h="151" extrusionOk="0">
                  <a:moveTo>
                    <a:pt x="49" y="1"/>
                  </a:moveTo>
                  <a:cubicBezTo>
                    <a:pt x="37" y="1"/>
                    <a:pt x="25" y="1"/>
                    <a:pt x="12" y="13"/>
                  </a:cubicBezTo>
                  <a:cubicBezTo>
                    <a:pt x="0" y="13"/>
                    <a:pt x="12" y="25"/>
                    <a:pt x="25" y="25"/>
                  </a:cubicBezTo>
                  <a:lnTo>
                    <a:pt x="49" y="37"/>
                  </a:lnTo>
                  <a:cubicBezTo>
                    <a:pt x="73" y="49"/>
                    <a:pt x="97" y="49"/>
                    <a:pt x="121" y="61"/>
                  </a:cubicBezTo>
                  <a:cubicBezTo>
                    <a:pt x="97" y="98"/>
                    <a:pt x="109" y="122"/>
                    <a:pt x="158" y="146"/>
                  </a:cubicBezTo>
                  <a:cubicBezTo>
                    <a:pt x="167" y="149"/>
                    <a:pt x="179" y="151"/>
                    <a:pt x="191" y="151"/>
                  </a:cubicBezTo>
                  <a:cubicBezTo>
                    <a:pt x="224" y="151"/>
                    <a:pt x="264" y="139"/>
                    <a:pt x="290" y="122"/>
                  </a:cubicBezTo>
                  <a:cubicBezTo>
                    <a:pt x="290" y="110"/>
                    <a:pt x="290" y="98"/>
                    <a:pt x="290" y="98"/>
                  </a:cubicBezTo>
                  <a:cubicBezTo>
                    <a:pt x="339" y="98"/>
                    <a:pt x="387" y="110"/>
                    <a:pt x="436" y="110"/>
                  </a:cubicBezTo>
                  <a:cubicBezTo>
                    <a:pt x="448" y="110"/>
                    <a:pt x="460" y="98"/>
                    <a:pt x="472" y="98"/>
                  </a:cubicBezTo>
                  <a:cubicBezTo>
                    <a:pt x="472" y="85"/>
                    <a:pt x="460" y="73"/>
                    <a:pt x="448" y="73"/>
                  </a:cubicBezTo>
                  <a:cubicBezTo>
                    <a:pt x="315" y="73"/>
                    <a:pt x="170" y="49"/>
                    <a:pt x="49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0" name="Google Shape;2335;p60">
              <a:extLst>
                <a:ext uri="{FF2B5EF4-FFF2-40B4-BE49-F238E27FC236}">
                  <a16:creationId xmlns:a16="http://schemas.microsoft.com/office/drawing/2014/main" id="{E2D88F45-8270-D9C0-E4D5-DC0B625D5324}"/>
                </a:ext>
              </a:extLst>
            </p:cNvPr>
            <p:cNvSpPr/>
            <p:nvPr/>
          </p:nvSpPr>
          <p:spPr>
            <a:xfrm>
              <a:off x="2908732" y="3674297"/>
              <a:ext cx="107547" cy="55824"/>
            </a:xfrm>
            <a:custGeom>
              <a:avLst/>
              <a:gdLst/>
              <a:ahLst/>
              <a:cxnLst/>
              <a:rect l="l" t="t" r="r" b="b"/>
              <a:pathLst>
                <a:path w="1705" h="885" extrusionOk="0">
                  <a:moveTo>
                    <a:pt x="857" y="1"/>
                  </a:moveTo>
                  <a:cubicBezTo>
                    <a:pt x="658" y="1"/>
                    <a:pt x="459" y="50"/>
                    <a:pt x="278" y="147"/>
                  </a:cubicBezTo>
                  <a:cubicBezTo>
                    <a:pt x="0" y="328"/>
                    <a:pt x="24" y="606"/>
                    <a:pt x="339" y="775"/>
                  </a:cubicBezTo>
                  <a:cubicBezTo>
                    <a:pt x="496" y="848"/>
                    <a:pt x="668" y="885"/>
                    <a:pt x="842" y="885"/>
                  </a:cubicBezTo>
                  <a:cubicBezTo>
                    <a:pt x="1043" y="885"/>
                    <a:pt x="1245" y="836"/>
                    <a:pt x="1426" y="739"/>
                  </a:cubicBezTo>
                  <a:cubicBezTo>
                    <a:pt x="1704" y="558"/>
                    <a:pt x="1680" y="280"/>
                    <a:pt x="1366" y="110"/>
                  </a:cubicBezTo>
                  <a:cubicBezTo>
                    <a:pt x="1203" y="37"/>
                    <a:pt x="1030" y="1"/>
                    <a:pt x="857" y="1"/>
                  </a:cubicBezTo>
                  <a:close/>
                </a:path>
              </a:pathLst>
            </a:custGeom>
            <a:solidFill>
              <a:srgbClr val="FDE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1" name="Google Shape;2336;p60">
              <a:extLst>
                <a:ext uri="{FF2B5EF4-FFF2-40B4-BE49-F238E27FC236}">
                  <a16:creationId xmlns:a16="http://schemas.microsoft.com/office/drawing/2014/main" id="{FC424C19-73A2-DF1B-96E2-3308F6E43DDF}"/>
                </a:ext>
              </a:extLst>
            </p:cNvPr>
            <p:cNvSpPr/>
            <p:nvPr/>
          </p:nvSpPr>
          <p:spPr>
            <a:xfrm>
              <a:off x="2944559" y="3720848"/>
              <a:ext cx="24411" cy="14192"/>
            </a:xfrm>
            <a:custGeom>
              <a:avLst/>
              <a:gdLst/>
              <a:ahLst/>
              <a:cxnLst/>
              <a:rect l="l" t="t" r="r" b="b"/>
              <a:pathLst>
                <a:path w="387" h="225" extrusionOk="0">
                  <a:moveTo>
                    <a:pt x="387" y="1"/>
                  </a:moveTo>
                  <a:cubicBezTo>
                    <a:pt x="266" y="13"/>
                    <a:pt x="157" y="49"/>
                    <a:pt x="49" y="86"/>
                  </a:cubicBezTo>
                  <a:cubicBezTo>
                    <a:pt x="24" y="110"/>
                    <a:pt x="0" y="170"/>
                    <a:pt x="73" y="206"/>
                  </a:cubicBezTo>
                  <a:cubicBezTo>
                    <a:pt x="103" y="218"/>
                    <a:pt x="136" y="225"/>
                    <a:pt x="169" y="225"/>
                  </a:cubicBezTo>
                  <a:cubicBezTo>
                    <a:pt x="203" y="225"/>
                    <a:pt x="236" y="218"/>
                    <a:pt x="266" y="206"/>
                  </a:cubicBezTo>
                  <a:cubicBezTo>
                    <a:pt x="327" y="146"/>
                    <a:pt x="363" y="73"/>
                    <a:pt x="387" y="1"/>
                  </a:cubicBezTo>
                  <a:close/>
                </a:path>
              </a:pathLst>
            </a:custGeom>
            <a:solidFill>
              <a:srgbClr val="558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2" name="Google Shape;2337;p60">
              <a:extLst>
                <a:ext uri="{FF2B5EF4-FFF2-40B4-BE49-F238E27FC236}">
                  <a16:creationId xmlns:a16="http://schemas.microsoft.com/office/drawing/2014/main" id="{C24384F8-C040-EE5B-9118-FFF3DA3D1F3B}"/>
                </a:ext>
              </a:extLst>
            </p:cNvPr>
            <p:cNvSpPr/>
            <p:nvPr/>
          </p:nvSpPr>
          <p:spPr>
            <a:xfrm>
              <a:off x="2935413" y="3707160"/>
              <a:ext cx="19869" cy="11480"/>
            </a:xfrm>
            <a:custGeom>
              <a:avLst/>
              <a:gdLst/>
              <a:ahLst/>
              <a:cxnLst/>
              <a:rect l="l" t="t" r="r" b="b"/>
              <a:pathLst>
                <a:path w="315" h="182" extrusionOk="0">
                  <a:moveTo>
                    <a:pt x="36" y="0"/>
                  </a:moveTo>
                  <a:cubicBezTo>
                    <a:pt x="24" y="0"/>
                    <a:pt x="12" y="0"/>
                    <a:pt x="0" y="25"/>
                  </a:cubicBezTo>
                  <a:cubicBezTo>
                    <a:pt x="0" y="25"/>
                    <a:pt x="12" y="37"/>
                    <a:pt x="24" y="37"/>
                  </a:cubicBezTo>
                  <a:cubicBezTo>
                    <a:pt x="73" y="49"/>
                    <a:pt x="121" y="61"/>
                    <a:pt x="157" y="85"/>
                  </a:cubicBezTo>
                  <a:cubicBezTo>
                    <a:pt x="206" y="97"/>
                    <a:pt x="230" y="133"/>
                    <a:pt x="254" y="170"/>
                  </a:cubicBezTo>
                  <a:lnTo>
                    <a:pt x="266" y="182"/>
                  </a:lnTo>
                  <a:lnTo>
                    <a:pt x="302" y="182"/>
                  </a:lnTo>
                  <a:cubicBezTo>
                    <a:pt x="314" y="182"/>
                    <a:pt x="314" y="170"/>
                    <a:pt x="314" y="157"/>
                  </a:cubicBezTo>
                  <a:cubicBezTo>
                    <a:pt x="290" y="109"/>
                    <a:pt x="254" y="73"/>
                    <a:pt x="206" y="61"/>
                  </a:cubicBezTo>
                  <a:cubicBezTo>
                    <a:pt x="157" y="25"/>
                    <a:pt x="97" y="12"/>
                    <a:pt x="36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3" name="Google Shape;2338;p60">
              <a:extLst>
                <a:ext uri="{FF2B5EF4-FFF2-40B4-BE49-F238E27FC236}">
                  <a16:creationId xmlns:a16="http://schemas.microsoft.com/office/drawing/2014/main" id="{BE375575-2665-83F7-0CA3-BE9DEB1917A2}"/>
                </a:ext>
              </a:extLst>
            </p:cNvPr>
            <p:cNvSpPr/>
            <p:nvPr/>
          </p:nvSpPr>
          <p:spPr>
            <a:xfrm>
              <a:off x="2971998" y="3707097"/>
              <a:ext cx="14508" cy="7822"/>
            </a:xfrm>
            <a:custGeom>
              <a:avLst/>
              <a:gdLst/>
              <a:ahLst/>
              <a:cxnLst/>
              <a:rect l="l" t="t" r="r" b="b"/>
              <a:pathLst>
                <a:path w="230" h="124" extrusionOk="0">
                  <a:moveTo>
                    <a:pt x="135" y="0"/>
                  </a:moveTo>
                  <a:cubicBezTo>
                    <a:pt x="103" y="0"/>
                    <a:pt x="71" y="11"/>
                    <a:pt x="49" y="26"/>
                  </a:cubicBezTo>
                  <a:cubicBezTo>
                    <a:pt x="0" y="50"/>
                    <a:pt x="0" y="98"/>
                    <a:pt x="37" y="110"/>
                  </a:cubicBezTo>
                  <a:cubicBezTo>
                    <a:pt x="55" y="119"/>
                    <a:pt x="75" y="123"/>
                    <a:pt x="95" y="123"/>
                  </a:cubicBezTo>
                  <a:cubicBezTo>
                    <a:pt x="128" y="123"/>
                    <a:pt x="159" y="113"/>
                    <a:pt x="182" y="98"/>
                  </a:cubicBezTo>
                  <a:cubicBezTo>
                    <a:pt x="230" y="74"/>
                    <a:pt x="230" y="38"/>
                    <a:pt x="194" y="13"/>
                  </a:cubicBezTo>
                  <a:cubicBezTo>
                    <a:pt x="175" y="4"/>
                    <a:pt x="155" y="0"/>
                    <a:pt x="135" y="0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4" name="Google Shape;2339;p60">
              <a:extLst>
                <a:ext uri="{FF2B5EF4-FFF2-40B4-BE49-F238E27FC236}">
                  <a16:creationId xmlns:a16="http://schemas.microsoft.com/office/drawing/2014/main" id="{D80A00B9-3848-5C20-6DDF-3E16826FDFBF}"/>
                </a:ext>
              </a:extLst>
            </p:cNvPr>
            <p:cNvSpPr/>
            <p:nvPr/>
          </p:nvSpPr>
          <p:spPr>
            <a:xfrm>
              <a:off x="2984929" y="3703312"/>
              <a:ext cx="8452" cy="8452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1" y="1"/>
                  </a:moveTo>
                  <a:cubicBezTo>
                    <a:pt x="1" y="13"/>
                    <a:pt x="1" y="25"/>
                    <a:pt x="13" y="25"/>
                  </a:cubicBezTo>
                  <a:cubicBezTo>
                    <a:pt x="13" y="25"/>
                    <a:pt x="25" y="25"/>
                    <a:pt x="37" y="37"/>
                  </a:cubicBezTo>
                  <a:cubicBezTo>
                    <a:pt x="73" y="49"/>
                    <a:pt x="85" y="73"/>
                    <a:pt x="85" y="122"/>
                  </a:cubicBezTo>
                  <a:lnTo>
                    <a:pt x="97" y="122"/>
                  </a:lnTo>
                  <a:cubicBezTo>
                    <a:pt x="97" y="134"/>
                    <a:pt x="110" y="134"/>
                    <a:pt x="110" y="134"/>
                  </a:cubicBezTo>
                  <a:cubicBezTo>
                    <a:pt x="122" y="134"/>
                    <a:pt x="134" y="134"/>
                    <a:pt x="134" y="122"/>
                  </a:cubicBezTo>
                  <a:cubicBezTo>
                    <a:pt x="134" y="73"/>
                    <a:pt x="110" y="37"/>
                    <a:pt x="61" y="13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5" name="Google Shape;2340;p60">
              <a:extLst>
                <a:ext uri="{FF2B5EF4-FFF2-40B4-BE49-F238E27FC236}">
                  <a16:creationId xmlns:a16="http://schemas.microsoft.com/office/drawing/2014/main" id="{D824EA37-3CE7-F062-A4C8-B1A12A6B840B}"/>
                </a:ext>
              </a:extLst>
            </p:cNvPr>
            <p:cNvSpPr/>
            <p:nvPr/>
          </p:nvSpPr>
          <p:spPr>
            <a:xfrm>
              <a:off x="2937684" y="3689309"/>
              <a:ext cx="15328" cy="8074"/>
            </a:xfrm>
            <a:custGeom>
              <a:avLst/>
              <a:gdLst/>
              <a:ahLst/>
              <a:cxnLst/>
              <a:rect l="l" t="t" r="r" b="b"/>
              <a:pathLst>
                <a:path w="243" h="128" extrusionOk="0">
                  <a:moveTo>
                    <a:pt x="136" y="1"/>
                  </a:moveTo>
                  <a:cubicBezTo>
                    <a:pt x="106" y="1"/>
                    <a:pt x="75" y="10"/>
                    <a:pt x="49" y="30"/>
                  </a:cubicBezTo>
                  <a:cubicBezTo>
                    <a:pt x="12" y="54"/>
                    <a:pt x="0" y="90"/>
                    <a:pt x="49" y="114"/>
                  </a:cubicBezTo>
                  <a:cubicBezTo>
                    <a:pt x="67" y="123"/>
                    <a:pt x="86" y="127"/>
                    <a:pt x="104" y="127"/>
                  </a:cubicBezTo>
                  <a:cubicBezTo>
                    <a:pt x="134" y="127"/>
                    <a:pt x="164" y="117"/>
                    <a:pt x="194" y="102"/>
                  </a:cubicBezTo>
                  <a:cubicBezTo>
                    <a:pt x="242" y="66"/>
                    <a:pt x="242" y="30"/>
                    <a:pt x="206" y="17"/>
                  </a:cubicBezTo>
                  <a:cubicBezTo>
                    <a:pt x="184" y="7"/>
                    <a:pt x="160" y="1"/>
                    <a:pt x="136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6" name="Google Shape;2341;p60">
              <a:extLst>
                <a:ext uri="{FF2B5EF4-FFF2-40B4-BE49-F238E27FC236}">
                  <a16:creationId xmlns:a16="http://schemas.microsoft.com/office/drawing/2014/main" id="{1E199A89-1362-B579-AB19-6E064D3B3194}"/>
                </a:ext>
              </a:extLst>
            </p:cNvPr>
            <p:cNvSpPr/>
            <p:nvPr/>
          </p:nvSpPr>
          <p:spPr>
            <a:xfrm>
              <a:off x="2942983" y="3685020"/>
              <a:ext cx="15328" cy="4479"/>
            </a:xfrm>
            <a:custGeom>
              <a:avLst/>
              <a:gdLst/>
              <a:ahLst/>
              <a:cxnLst/>
              <a:rect l="l" t="t" r="r" b="b"/>
              <a:pathLst>
                <a:path w="243" h="71" extrusionOk="0">
                  <a:moveTo>
                    <a:pt x="25" y="1"/>
                  </a:moveTo>
                  <a:cubicBezTo>
                    <a:pt x="13" y="1"/>
                    <a:pt x="1" y="13"/>
                    <a:pt x="1" y="25"/>
                  </a:cubicBezTo>
                  <a:lnTo>
                    <a:pt x="13" y="25"/>
                  </a:lnTo>
                  <a:cubicBezTo>
                    <a:pt x="13" y="37"/>
                    <a:pt x="25" y="37"/>
                    <a:pt x="37" y="37"/>
                  </a:cubicBezTo>
                  <a:cubicBezTo>
                    <a:pt x="50" y="34"/>
                    <a:pt x="63" y="32"/>
                    <a:pt x="76" y="32"/>
                  </a:cubicBezTo>
                  <a:cubicBezTo>
                    <a:pt x="112" y="32"/>
                    <a:pt x="147" y="44"/>
                    <a:pt x="182" y="61"/>
                  </a:cubicBezTo>
                  <a:lnTo>
                    <a:pt x="194" y="61"/>
                  </a:lnTo>
                  <a:cubicBezTo>
                    <a:pt x="200" y="67"/>
                    <a:pt x="206" y="70"/>
                    <a:pt x="213" y="70"/>
                  </a:cubicBezTo>
                  <a:cubicBezTo>
                    <a:pt x="219" y="70"/>
                    <a:pt x="225" y="67"/>
                    <a:pt x="231" y="61"/>
                  </a:cubicBezTo>
                  <a:cubicBezTo>
                    <a:pt x="231" y="61"/>
                    <a:pt x="243" y="49"/>
                    <a:pt x="231" y="49"/>
                  </a:cubicBezTo>
                  <a:lnTo>
                    <a:pt x="206" y="37"/>
                  </a:lnTo>
                  <a:cubicBezTo>
                    <a:pt x="146" y="1"/>
                    <a:pt x="86" y="1"/>
                    <a:pt x="25" y="1"/>
                  </a:cubicBezTo>
                  <a:close/>
                </a:path>
              </a:pathLst>
            </a:custGeom>
            <a:solidFill>
              <a:srgbClr val="201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00" name="Google Shape;724;p30">
            <a:extLst>
              <a:ext uri="{FF2B5EF4-FFF2-40B4-BE49-F238E27FC236}">
                <a16:creationId xmlns:a16="http://schemas.microsoft.com/office/drawing/2014/main" id="{078740CA-D629-B4E7-B267-AF766B5751A1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</a:t>
            </a:r>
            <a:r>
              <a:rPr lang="fr-CI" dirty="0"/>
              <a:t>7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9.87654E-7 L 1.11111E-6 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9.87654E-7 L 1.11111E-6 0.2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4598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✅ Objectifs Atteints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301569"/>
            <a:ext cx="45084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Système fonctionnel sans entraînement coûteux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Pipeline complet : MTCNN + InceptionResNetV1 +  </a:t>
            </a:r>
            <a:r>
              <a:rPr lang="fr-FR" sz="1300" dirty="0" err="1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fr-FR" sz="1300" dirty="0">
              <a:solidFill>
                <a:srgbClr val="1D1D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Interface intuitive : </a:t>
            </a:r>
            <a:r>
              <a:rPr lang="fr-FR" sz="1300" dirty="0" err="1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webcam + visualisation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équilibrée : </a:t>
            </a:r>
            <a:r>
              <a:rPr lang="fr-FR" sz="1300" dirty="0" err="1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FairFace</a:t>
            </a: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(10 000 images)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 précis avec badges de confiance et statistiques</a:t>
            </a:r>
          </a:p>
          <a:p>
            <a:pPr marL="95250" indent="-95250" algn="l">
              <a:lnSpc>
                <a:spcPct val="150000"/>
              </a:lnSpc>
              <a:buSzPct val="10000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08171" y="774519"/>
            <a:ext cx="4598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Perspectives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98338" y="1062632"/>
            <a:ext cx="4598618" cy="170002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>
              <a:lnSpc>
                <a:spcPct val="150000"/>
              </a:lnSpc>
              <a:buSzPct val="100000"/>
              <a:buChar char="•"/>
            </a:pP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Améliorer le prétraitement (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RetinaFace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YOLO)</a:t>
            </a:r>
          </a:p>
          <a:p>
            <a:pPr marL="95250" indent="-95250">
              <a:lnSpc>
                <a:spcPct val="150000"/>
              </a:lnSpc>
              <a:buSzPct val="100000"/>
              <a:buChar char="•"/>
            </a:pP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Élargir la base avec plus de diversité</a:t>
            </a:r>
          </a:p>
          <a:p>
            <a:pPr marL="95250" indent="-95250">
              <a:lnSpc>
                <a:spcPct val="150000"/>
              </a:lnSpc>
              <a:buSzPct val="100000"/>
              <a:buChar char="•"/>
            </a:pP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Déployer en cloud (</a:t>
            </a:r>
            <a:r>
              <a:rPr lang="fr-FR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/ API)</a:t>
            </a:r>
          </a:p>
          <a:p>
            <a:pPr marL="95250" indent="-95250">
              <a:lnSpc>
                <a:spcPct val="150000"/>
              </a:lnSpc>
              <a:buSzPct val="100000"/>
              <a:buChar char="•"/>
            </a:pP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Version mobile native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fr-F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724;p30">
            <a:extLst>
              <a:ext uri="{FF2B5EF4-FFF2-40B4-BE49-F238E27FC236}">
                <a16:creationId xmlns:a16="http://schemas.microsoft.com/office/drawing/2014/main" id="{61379CF4-6959-3A4C-9537-C8080C8446D8}"/>
              </a:ext>
            </a:extLst>
          </p:cNvPr>
          <p:cNvSpPr/>
          <p:nvPr/>
        </p:nvSpPr>
        <p:spPr>
          <a:xfrm rot="616930">
            <a:off x="8347640" y="4629253"/>
            <a:ext cx="695975" cy="455792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 </a:t>
            </a:r>
            <a:r>
              <a:rPr lang="fr-CI" dirty="0"/>
              <a:t>8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36"/>
          <p:cNvSpPr txBox="1">
            <a:spLocks noGrp="1"/>
          </p:cNvSpPr>
          <p:nvPr>
            <p:ph type="subTitle" idx="7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1601" name="Google Shape;1601;p36"/>
          <p:cNvSpPr txBox="1">
            <a:spLocks noGrp="1"/>
          </p:cNvSpPr>
          <p:nvPr>
            <p:ph type="subTitle" idx="8"/>
          </p:nvPr>
        </p:nvSpPr>
        <p:spPr>
          <a:xfrm>
            <a:off x="3341355" y="1822606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PRIING</a:t>
            </a:r>
            <a:endParaRPr dirty="0"/>
          </a:p>
        </p:txBody>
      </p:sp>
      <p:sp>
        <p:nvSpPr>
          <p:cNvPr id="1602" name="Google Shape;1602;p36"/>
          <p:cNvSpPr txBox="1">
            <a:spLocks noGrp="1"/>
          </p:cNvSpPr>
          <p:nvPr>
            <p:ph type="subTitle" idx="9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FEEDBACK</a:t>
            </a:r>
            <a:endParaRPr dirty="0"/>
          </a:p>
        </p:txBody>
      </p:sp>
      <p:sp>
        <p:nvSpPr>
          <p:cNvPr id="1598" name="Google Shape;1598;p36"/>
          <p:cNvSpPr txBox="1">
            <a:spLocks noGrp="1"/>
          </p:cNvSpPr>
          <p:nvPr>
            <p:ph type="subTitle" idx="1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MONITORING</a:t>
            </a:r>
            <a:endParaRPr dirty="0"/>
          </a:p>
        </p:txBody>
      </p:sp>
      <p:sp>
        <p:nvSpPr>
          <p:cNvPr id="1597" name="Google Shape;1597;p36"/>
          <p:cNvSpPr txBox="1">
            <a:spLocks noGrp="1"/>
          </p:cNvSpPr>
          <p:nvPr>
            <p:ph type="subTitle" idx="1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EMERGING TRENDS</a:t>
            </a:r>
            <a:endParaRPr dirty="0"/>
          </a:p>
        </p:txBody>
      </p:sp>
      <p:sp>
        <p:nvSpPr>
          <p:cNvPr id="1599" name="Google Shape;1599;p36"/>
          <p:cNvSpPr txBox="1">
            <a:spLocks noGrp="1"/>
          </p:cNvSpPr>
          <p:nvPr>
            <p:ph type="subTitle" idx="1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ORGANIC SEARCH</a:t>
            </a:r>
            <a:endParaRPr/>
          </a:p>
        </p:txBody>
      </p:sp>
      <p:sp>
        <p:nvSpPr>
          <p:cNvPr id="72" name="Google Shape;724;p30">
            <a:extLst>
              <a:ext uri="{FF2B5EF4-FFF2-40B4-BE49-F238E27FC236}">
                <a16:creationId xmlns:a16="http://schemas.microsoft.com/office/drawing/2014/main" id="{10B15251-B1BB-4D5D-94CC-3C99DA56FF18}"/>
              </a:ext>
            </a:extLst>
          </p:cNvPr>
          <p:cNvSpPr/>
          <p:nvPr/>
        </p:nvSpPr>
        <p:spPr>
          <a:xfrm rot="616930">
            <a:off x="8351351" y="4552568"/>
            <a:ext cx="671155" cy="543554"/>
          </a:xfrm>
          <a:custGeom>
            <a:avLst/>
            <a:gdLst/>
            <a:ahLst/>
            <a:cxnLst/>
            <a:rect l="l" t="t" r="r" b="b"/>
            <a:pathLst>
              <a:path w="26695" h="27168" extrusionOk="0">
                <a:moveTo>
                  <a:pt x="26616" y="14156"/>
                </a:moveTo>
                <a:cubicBezTo>
                  <a:pt x="26694" y="14767"/>
                  <a:pt x="26694" y="15378"/>
                  <a:pt x="26616" y="15989"/>
                </a:cubicBezTo>
                <a:cubicBezTo>
                  <a:pt x="26280" y="15989"/>
                  <a:pt x="25945" y="16127"/>
                  <a:pt x="25630" y="15871"/>
                </a:cubicBezTo>
                <a:cubicBezTo>
                  <a:pt x="25551" y="15832"/>
                  <a:pt x="25472" y="15812"/>
                  <a:pt x="25374" y="15832"/>
                </a:cubicBezTo>
                <a:lnTo>
                  <a:pt x="24822" y="15832"/>
                </a:lnTo>
                <a:cubicBezTo>
                  <a:pt x="24565" y="15832"/>
                  <a:pt x="24506" y="15891"/>
                  <a:pt x="24467" y="16147"/>
                </a:cubicBezTo>
                <a:cubicBezTo>
                  <a:pt x="24467" y="16246"/>
                  <a:pt x="24447" y="16344"/>
                  <a:pt x="24408" y="16443"/>
                </a:cubicBezTo>
                <a:cubicBezTo>
                  <a:pt x="24289" y="16699"/>
                  <a:pt x="24230" y="16975"/>
                  <a:pt x="24270" y="17271"/>
                </a:cubicBezTo>
                <a:cubicBezTo>
                  <a:pt x="24309" y="17507"/>
                  <a:pt x="24250" y="17783"/>
                  <a:pt x="24112" y="17981"/>
                </a:cubicBezTo>
                <a:cubicBezTo>
                  <a:pt x="24092" y="18000"/>
                  <a:pt x="24092" y="18020"/>
                  <a:pt x="24092" y="18040"/>
                </a:cubicBezTo>
                <a:cubicBezTo>
                  <a:pt x="24053" y="18335"/>
                  <a:pt x="23994" y="18651"/>
                  <a:pt x="23875" y="18947"/>
                </a:cubicBezTo>
                <a:cubicBezTo>
                  <a:pt x="23796" y="19282"/>
                  <a:pt x="23639" y="19597"/>
                  <a:pt x="23422" y="19873"/>
                </a:cubicBezTo>
                <a:cubicBezTo>
                  <a:pt x="23284" y="20011"/>
                  <a:pt x="23185" y="20169"/>
                  <a:pt x="23106" y="20366"/>
                </a:cubicBezTo>
                <a:cubicBezTo>
                  <a:pt x="22988" y="20642"/>
                  <a:pt x="22830" y="20898"/>
                  <a:pt x="22614" y="21115"/>
                </a:cubicBezTo>
                <a:cubicBezTo>
                  <a:pt x="22515" y="21214"/>
                  <a:pt x="22436" y="21332"/>
                  <a:pt x="22357" y="21450"/>
                </a:cubicBezTo>
                <a:cubicBezTo>
                  <a:pt x="22495" y="21825"/>
                  <a:pt x="22653" y="22200"/>
                  <a:pt x="22771" y="22574"/>
                </a:cubicBezTo>
                <a:cubicBezTo>
                  <a:pt x="22909" y="22929"/>
                  <a:pt x="23008" y="23304"/>
                  <a:pt x="23126" y="23639"/>
                </a:cubicBezTo>
                <a:cubicBezTo>
                  <a:pt x="23087" y="23698"/>
                  <a:pt x="23067" y="23737"/>
                  <a:pt x="23047" y="23737"/>
                </a:cubicBezTo>
                <a:cubicBezTo>
                  <a:pt x="22712" y="23934"/>
                  <a:pt x="22397" y="24151"/>
                  <a:pt x="22101" y="24388"/>
                </a:cubicBezTo>
                <a:cubicBezTo>
                  <a:pt x="22002" y="24447"/>
                  <a:pt x="21884" y="24486"/>
                  <a:pt x="21766" y="24506"/>
                </a:cubicBezTo>
                <a:cubicBezTo>
                  <a:pt x="21707" y="24506"/>
                  <a:pt x="21628" y="24486"/>
                  <a:pt x="21588" y="24447"/>
                </a:cubicBezTo>
                <a:cubicBezTo>
                  <a:pt x="21371" y="24092"/>
                  <a:pt x="20997" y="23974"/>
                  <a:pt x="20681" y="23757"/>
                </a:cubicBezTo>
                <a:cubicBezTo>
                  <a:pt x="20543" y="23678"/>
                  <a:pt x="20445" y="23560"/>
                  <a:pt x="20425" y="23402"/>
                </a:cubicBezTo>
                <a:cubicBezTo>
                  <a:pt x="20405" y="23264"/>
                  <a:pt x="20287" y="23166"/>
                  <a:pt x="20129" y="23185"/>
                </a:cubicBezTo>
                <a:lnTo>
                  <a:pt x="19696" y="23185"/>
                </a:lnTo>
                <a:cubicBezTo>
                  <a:pt x="19499" y="23402"/>
                  <a:pt x="19242" y="23560"/>
                  <a:pt x="18947" y="23639"/>
                </a:cubicBezTo>
                <a:cubicBezTo>
                  <a:pt x="18611" y="23777"/>
                  <a:pt x="18276" y="23954"/>
                  <a:pt x="17941" y="24072"/>
                </a:cubicBezTo>
                <a:cubicBezTo>
                  <a:pt x="17685" y="24171"/>
                  <a:pt x="17429" y="24250"/>
                  <a:pt x="17172" y="24309"/>
                </a:cubicBezTo>
                <a:cubicBezTo>
                  <a:pt x="16896" y="24329"/>
                  <a:pt x="16600" y="24388"/>
                  <a:pt x="16344" y="24486"/>
                </a:cubicBezTo>
                <a:cubicBezTo>
                  <a:pt x="16285" y="24506"/>
                  <a:pt x="16206" y="24506"/>
                  <a:pt x="16147" y="24506"/>
                </a:cubicBezTo>
                <a:cubicBezTo>
                  <a:pt x="15772" y="24427"/>
                  <a:pt x="15477" y="24703"/>
                  <a:pt x="15122" y="24743"/>
                </a:cubicBezTo>
                <a:cubicBezTo>
                  <a:pt x="15063" y="24743"/>
                  <a:pt x="15004" y="24861"/>
                  <a:pt x="14984" y="24940"/>
                </a:cubicBezTo>
                <a:cubicBezTo>
                  <a:pt x="14964" y="25019"/>
                  <a:pt x="14964" y="25098"/>
                  <a:pt x="14964" y="25177"/>
                </a:cubicBezTo>
                <a:cubicBezTo>
                  <a:pt x="14984" y="25472"/>
                  <a:pt x="14944" y="25748"/>
                  <a:pt x="14826" y="26005"/>
                </a:cubicBezTo>
                <a:cubicBezTo>
                  <a:pt x="14767" y="26162"/>
                  <a:pt x="14747" y="26340"/>
                  <a:pt x="14767" y="26497"/>
                </a:cubicBezTo>
                <a:cubicBezTo>
                  <a:pt x="14747" y="26872"/>
                  <a:pt x="14708" y="26892"/>
                  <a:pt x="14353" y="26931"/>
                </a:cubicBezTo>
                <a:cubicBezTo>
                  <a:pt x="14195" y="26951"/>
                  <a:pt x="14018" y="26990"/>
                  <a:pt x="13860" y="27049"/>
                </a:cubicBezTo>
                <a:cubicBezTo>
                  <a:pt x="13545" y="27128"/>
                  <a:pt x="13229" y="27168"/>
                  <a:pt x="12934" y="27128"/>
                </a:cubicBezTo>
                <a:cubicBezTo>
                  <a:pt x="12835" y="26675"/>
                  <a:pt x="12756" y="26281"/>
                  <a:pt x="12638" y="25867"/>
                </a:cubicBezTo>
                <a:cubicBezTo>
                  <a:pt x="12539" y="25453"/>
                  <a:pt x="12421" y="25078"/>
                  <a:pt x="12303" y="24664"/>
                </a:cubicBezTo>
                <a:cubicBezTo>
                  <a:pt x="11908" y="24782"/>
                  <a:pt x="11494" y="24743"/>
                  <a:pt x="11120" y="24585"/>
                </a:cubicBezTo>
                <a:cubicBezTo>
                  <a:pt x="10725" y="24427"/>
                  <a:pt x="10331" y="24309"/>
                  <a:pt x="9937" y="24151"/>
                </a:cubicBezTo>
                <a:cubicBezTo>
                  <a:pt x="9917" y="24151"/>
                  <a:pt x="9917" y="24132"/>
                  <a:pt x="9897" y="24132"/>
                </a:cubicBezTo>
                <a:cubicBezTo>
                  <a:pt x="9503" y="24191"/>
                  <a:pt x="9247" y="23954"/>
                  <a:pt x="8951" y="23737"/>
                </a:cubicBezTo>
                <a:cubicBezTo>
                  <a:pt x="8813" y="23599"/>
                  <a:pt x="8636" y="23501"/>
                  <a:pt x="8439" y="23481"/>
                </a:cubicBezTo>
                <a:cubicBezTo>
                  <a:pt x="8281" y="23481"/>
                  <a:pt x="8143" y="23323"/>
                  <a:pt x="8005" y="23225"/>
                </a:cubicBezTo>
                <a:cubicBezTo>
                  <a:pt x="7867" y="23146"/>
                  <a:pt x="7768" y="23067"/>
                  <a:pt x="7630" y="22988"/>
                </a:cubicBezTo>
                <a:cubicBezTo>
                  <a:pt x="7433" y="22870"/>
                  <a:pt x="7197" y="22870"/>
                  <a:pt x="7019" y="23008"/>
                </a:cubicBezTo>
                <a:cubicBezTo>
                  <a:pt x="6960" y="23028"/>
                  <a:pt x="6920" y="23047"/>
                  <a:pt x="6901" y="23087"/>
                </a:cubicBezTo>
                <a:cubicBezTo>
                  <a:pt x="6546" y="23560"/>
                  <a:pt x="5974" y="23816"/>
                  <a:pt x="5619" y="24289"/>
                </a:cubicBezTo>
                <a:cubicBezTo>
                  <a:pt x="5540" y="24348"/>
                  <a:pt x="5462" y="24427"/>
                  <a:pt x="5363" y="24486"/>
                </a:cubicBezTo>
                <a:cubicBezTo>
                  <a:pt x="5067" y="24329"/>
                  <a:pt x="4811" y="24112"/>
                  <a:pt x="4594" y="23875"/>
                </a:cubicBezTo>
                <a:cubicBezTo>
                  <a:pt x="4436" y="23678"/>
                  <a:pt x="4239" y="23501"/>
                  <a:pt x="4042" y="23343"/>
                </a:cubicBezTo>
                <a:cubicBezTo>
                  <a:pt x="4121" y="23087"/>
                  <a:pt x="4220" y="22830"/>
                  <a:pt x="4358" y="22594"/>
                </a:cubicBezTo>
                <a:cubicBezTo>
                  <a:pt x="4496" y="22377"/>
                  <a:pt x="4594" y="22121"/>
                  <a:pt x="4653" y="21864"/>
                </a:cubicBezTo>
                <a:cubicBezTo>
                  <a:pt x="4712" y="21608"/>
                  <a:pt x="4811" y="21352"/>
                  <a:pt x="4910" y="21115"/>
                </a:cubicBezTo>
                <a:cubicBezTo>
                  <a:pt x="5008" y="20879"/>
                  <a:pt x="5008" y="20800"/>
                  <a:pt x="4811" y="20721"/>
                </a:cubicBezTo>
                <a:cubicBezTo>
                  <a:pt x="4594" y="20622"/>
                  <a:pt x="4436" y="20425"/>
                  <a:pt x="4397" y="20189"/>
                </a:cubicBezTo>
                <a:cubicBezTo>
                  <a:pt x="4338" y="19913"/>
                  <a:pt x="4200" y="19637"/>
                  <a:pt x="4022" y="19439"/>
                </a:cubicBezTo>
                <a:cubicBezTo>
                  <a:pt x="3727" y="19085"/>
                  <a:pt x="3648" y="18651"/>
                  <a:pt x="3431" y="18276"/>
                </a:cubicBezTo>
                <a:cubicBezTo>
                  <a:pt x="3490" y="17862"/>
                  <a:pt x="3155" y="17567"/>
                  <a:pt x="3214" y="17153"/>
                </a:cubicBezTo>
                <a:cubicBezTo>
                  <a:pt x="3234" y="16975"/>
                  <a:pt x="3096" y="16877"/>
                  <a:pt x="2918" y="16877"/>
                </a:cubicBezTo>
                <a:cubicBezTo>
                  <a:pt x="2780" y="16857"/>
                  <a:pt x="2642" y="16896"/>
                  <a:pt x="2544" y="16975"/>
                </a:cubicBezTo>
                <a:cubicBezTo>
                  <a:pt x="2327" y="17113"/>
                  <a:pt x="2090" y="17212"/>
                  <a:pt x="1854" y="17231"/>
                </a:cubicBezTo>
                <a:cubicBezTo>
                  <a:pt x="1617" y="17291"/>
                  <a:pt x="1361" y="17271"/>
                  <a:pt x="1144" y="17192"/>
                </a:cubicBezTo>
                <a:cubicBezTo>
                  <a:pt x="967" y="17113"/>
                  <a:pt x="789" y="17054"/>
                  <a:pt x="592" y="16995"/>
                </a:cubicBezTo>
                <a:lnTo>
                  <a:pt x="1" y="15378"/>
                </a:lnTo>
                <a:cubicBezTo>
                  <a:pt x="60" y="15181"/>
                  <a:pt x="237" y="15023"/>
                  <a:pt x="454" y="15004"/>
                </a:cubicBezTo>
                <a:cubicBezTo>
                  <a:pt x="750" y="14925"/>
                  <a:pt x="1026" y="14747"/>
                  <a:pt x="1361" y="14747"/>
                </a:cubicBezTo>
                <a:cubicBezTo>
                  <a:pt x="1578" y="14728"/>
                  <a:pt x="1775" y="14609"/>
                  <a:pt x="1913" y="14432"/>
                </a:cubicBezTo>
                <a:cubicBezTo>
                  <a:pt x="1972" y="14333"/>
                  <a:pt x="2011" y="14215"/>
                  <a:pt x="2011" y="14097"/>
                </a:cubicBezTo>
                <a:cubicBezTo>
                  <a:pt x="2011" y="13840"/>
                  <a:pt x="2011" y="13564"/>
                  <a:pt x="2011" y="13288"/>
                </a:cubicBezTo>
                <a:cubicBezTo>
                  <a:pt x="1992" y="13111"/>
                  <a:pt x="2031" y="12934"/>
                  <a:pt x="2071" y="12756"/>
                </a:cubicBezTo>
                <a:cubicBezTo>
                  <a:pt x="2189" y="12441"/>
                  <a:pt x="2228" y="12125"/>
                  <a:pt x="2209" y="11810"/>
                </a:cubicBezTo>
                <a:cubicBezTo>
                  <a:pt x="2189" y="11494"/>
                  <a:pt x="2228" y="11179"/>
                  <a:pt x="2327" y="10863"/>
                </a:cubicBezTo>
                <a:cubicBezTo>
                  <a:pt x="2386" y="10686"/>
                  <a:pt x="2406" y="10469"/>
                  <a:pt x="2406" y="10272"/>
                </a:cubicBezTo>
                <a:cubicBezTo>
                  <a:pt x="2386" y="10075"/>
                  <a:pt x="2445" y="9878"/>
                  <a:pt x="2603" y="9720"/>
                </a:cubicBezTo>
                <a:cubicBezTo>
                  <a:pt x="2642" y="9681"/>
                  <a:pt x="2682" y="9621"/>
                  <a:pt x="2721" y="9562"/>
                </a:cubicBezTo>
                <a:cubicBezTo>
                  <a:pt x="2780" y="9483"/>
                  <a:pt x="2761" y="9365"/>
                  <a:pt x="2702" y="9286"/>
                </a:cubicBezTo>
                <a:cubicBezTo>
                  <a:pt x="2623" y="9227"/>
                  <a:pt x="2524" y="9168"/>
                  <a:pt x="2465" y="9109"/>
                </a:cubicBezTo>
                <a:cubicBezTo>
                  <a:pt x="2209" y="8853"/>
                  <a:pt x="1972" y="8596"/>
                  <a:pt x="1775" y="8301"/>
                </a:cubicBezTo>
                <a:cubicBezTo>
                  <a:pt x="1578" y="8005"/>
                  <a:pt x="1361" y="7729"/>
                  <a:pt x="1144" y="7453"/>
                </a:cubicBezTo>
                <a:cubicBezTo>
                  <a:pt x="947" y="7216"/>
                  <a:pt x="907" y="6881"/>
                  <a:pt x="1065" y="6605"/>
                </a:cubicBezTo>
                <a:cubicBezTo>
                  <a:pt x="1223" y="6290"/>
                  <a:pt x="1420" y="5954"/>
                  <a:pt x="1834" y="5876"/>
                </a:cubicBezTo>
                <a:cubicBezTo>
                  <a:pt x="1913" y="5856"/>
                  <a:pt x="1972" y="5777"/>
                  <a:pt x="2051" y="5738"/>
                </a:cubicBezTo>
                <a:cubicBezTo>
                  <a:pt x="2189" y="5659"/>
                  <a:pt x="2386" y="5678"/>
                  <a:pt x="2524" y="5777"/>
                </a:cubicBezTo>
                <a:cubicBezTo>
                  <a:pt x="2800" y="6053"/>
                  <a:pt x="3194" y="6152"/>
                  <a:pt x="3530" y="6290"/>
                </a:cubicBezTo>
                <a:cubicBezTo>
                  <a:pt x="3628" y="6349"/>
                  <a:pt x="3727" y="6388"/>
                  <a:pt x="3806" y="6408"/>
                </a:cubicBezTo>
                <a:cubicBezTo>
                  <a:pt x="3944" y="6447"/>
                  <a:pt x="4062" y="6487"/>
                  <a:pt x="4200" y="6506"/>
                </a:cubicBezTo>
                <a:cubicBezTo>
                  <a:pt x="4811" y="6526"/>
                  <a:pt x="4811" y="6526"/>
                  <a:pt x="5225" y="6053"/>
                </a:cubicBezTo>
                <a:cubicBezTo>
                  <a:pt x="5560" y="5678"/>
                  <a:pt x="5895" y="5324"/>
                  <a:pt x="6211" y="4929"/>
                </a:cubicBezTo>
                <a:cubicBezTo>
                  <a:pt x="6349" y="4693"/>
                  <a:pt x="6585" y="4535"/>
                  <a:pt x="6842" y="4456"/>
                </a:cubicBezTo>
                <a:cubicBezTo>
                  <a:pt x="6980" y="4397"/>
                  <a:pt x="7118" y="4318"/>
                  <a:pt x="7216" y="4220"/>
                </a:cubicBezTo>
                <a:cubicBezTo>
                  <a:pt x="7512" y="4042"/>
                  <a:pt x="7847" y="4022"/>
                  <a:pt x="8143" y="3865"/>
                </a:cubicBezTo>
                <a:cubicBezTo>
                  <a:pt x="8399" y="3746"/>
                  <a:pt x="8478" y="3648"/>
                  <a:pt x="8399" y="3411"/>
                </a:cubicBezTo>
                <a:cubicBezTo>
                  <a:pt x="8320" y="3175"/>
                  <a:pt x="8261" y="2938"/>
                  <a:pt x="8222" y="2701"/>
                </a:cubicBezTo>
                <a:cubicBezTo>
                  <a:pt x="8123" y="2347"/>
                  <a:pt x="8261" y="1992"/>
                  <a:pt x="8064" y="1676"/>
                </a:cubicBezTo>
                <a:cubicBezTo>
                  <a:pt x="8064" y="1381"/>
                  <a:pt x="8025" y="1065"/>
                  <a:pt x="8064" y="769"/>
                </a:cubicBezTo>
                <a:cubicBezTo>
                  <a:pt x="8064" y="493"/>
                  <a:pt x="8281" y="257"/>
                  <a:pt x="8577" y="237"/>
                </a:cubicBezTo>
                <a:cubicBezTo>
                  <a:pt x="8695" y="217"/>
                  <a:pt x="8833" y="178"/>
                  <a:pt x="8951" y="139"/>
                </a:cubicBezTo>
                <a:cubicBezTo>
                  <a:pt x="9267" y="40"/>
                  <a:pt x="9582" y="1"/>
                  <a:pt x="9917" y="60"/>
                </a:cubicBezTo>
                <a:cubicBezTo>
                  <a:pt x="10016" y="355"/>
                  <a:pt x="10134" y="651"/>
                  <a:pt x="10233" y="947"/>
                </a:cubicBezTo>
                <a:cubicBezTo>
                  <a:pt x="10311" y="1144"/>
                  <a:pt x="10430" y="1341"/>
                  <a:pt x="10568" y="1499"/>
                </a:cubicBezTo>
                <a:cubicBezTo>
                  <a:pt x="10785" y="1716"/>
                  <a:pt x="10903" y="2011"/>
                  <a:pt x="10883" y="2327"/>
                </a:cubicBezTo>
                <a:cubicBezTo>
                  <a:pt x="11021" y="2544"/>
                  <a:pt x="11258" y="2662"/>
                  <a:pt x="11514" y="2682"/>
                </a:cubicBezTo>
                <a:cubicBezTo>
                  <a:pt x="11652" y="2682"/>
                  <a:pt x="11790" y="2820"/>
                  <a:pt x="11928" y="2820"/>
                </a:cubicBezTo>
                <a:cubicBezTo>
                  <a:pt x="12066" y="2820"/>
                  <a:pt x="12204" y="2721"/>
                  <a:pt x="12342" y="2682"/>
                </a:cubicBezTo>
                <a:cubicBezTo>
                  <a:pt x="12460" y="2662"/>
                  <a:pt x="12579" y="2662"/>
                  <a:pt x="12697" y="2682"/>
                </a:cubicBezTo>
                <a:lnTo>
                  <a:pt x="15260" y="2682"/>
                </a:lnTo>
                <a:cubicBezTo>
                  <a:pt x="15398" y="2682"/>
                  <a:pt x="15536" y="2682"/>
                  <a:pt x="15654" y="2662"/>
                </a:cubicBezTo>
                <a:cubicBezTo>
                  <a:pt x="15792" y="2662"/>
                  <a:pt x="15891" y="2563"/>
                  <a:pt x="15910" y="2445"/>
                </a:cubicBezTo>
                <a:cubicBezTo>
                  <a:pt x="15950" y="2209"/>
                  <a:pt x="16048" y="1992"/>
                  <a:pt x="16206" y="1814"/>
                </a:cubicBezTo>
                <a:cubicBezTo>
                  <a:pt x="16384" y="1558"/>
                  <a:pt x="16502" y="1282"/>
                  <a:pt x="16541" y="986"/>
                </a:cubicBezTo>
                <a:cubicBezTo>
                  <a:pt x="16581" y="691"/>
                  <a:pt x="16738" y="415"/>
                  <a:pt x="16995" y="257"/>
                </a:cubicBezTo>
                <a:lnTo>
                  <a:pt x="17369" y="257"/>
                </a:lnTo>
                <a:cubicBezTo>
                  <a:pt x="17665" y="237"/>
                  <a:pt x="17941" y="296"/>
                  <a:pt x="18197" y="454"/>
                </a:cubicBezTo>
                <a:cubicBezTo>
                  <a:pt x="18454" y="612"/>
                  <a:pt x="18730" y="730"/>
                  <a:pt x="19006" y="868"/>
                </a:cubicBezTo>
                <a:cubicBezTo>
                  <a:pt x="19025" y="1262"/>
                  <a:pt x="19065" y="1637"/>
                  <a:pt x="18868" y="2011"/>
                </a:cubicBezTo>
                <a:cubicBezTo>
                  <a:pt x="18809" y="2189"/>
                  <a:pt x="18809" y="2366"/>
                  <a:pt x="18828" y="2563"/>
                </a:cubicBezTo>
                <a:cubicBezTo>
                  <a:pt x="18828" y="2761"/>
                  <a:pt x="18789" y="2958"/>
                  <a:pt x="18710" y="3135"/>
                </a:cubicBezTo>
                <a:cubicBezTo>
                  <a:pt x="18651" y="3273"/>
                  <a:pt x="18631" y="3392"/>
                  <a:pt x="18611" y="3530"/>
                </a:cubicBezTo>
                <a:cubicBezTo>
                  <a:pt x="18533" y="3825"/>
                  <a:pt x="18710" y="4121"/>
                  <a:pt x="19006" y="4180"/>
                </a:cubicBezTo>
                <a:cubicBezTo>
                  <a:pt x="19361" y="4298"/>
                  <a:pt x="19676" y="4515"/>
                  <a:pt x="19913" y="4772"/>
                </a:cubicBezTo>
                <a:cubicBezTo>
                  <a:pt x="20129" y="4969"/>
                  <a:pt x="20366" y="5126"/>
                  <a:pt x="20622" y="5264"/>
                </a:cubicBezTo>
                <a:cubicBezTo>
                  <a:pt x="20681" y="5284"/>
                  <a:pt x="20760" y="5324"/>
                  <a:pt x="20780" y="5363"/>
                </a:cubicBezTo>
                <a:cubicBezTo>
                  <a:pt x="20879" y="5738"/>
                  <a:pt x="21233" y="5856"/>
                  <a:pt x="21450" y="6073"/>
                </a:cubicBezTo>
                <a:cubicBezTo>
                  <a:pt x="21608" y="6211"/>
                  <a:pt x="21746" y="6368"/>
                  <a:pt x="21864" y="6526"/>
                </a:cubicBezTo>
                <a:cubicBezTo>
                  <a:pt x="21943" y="6644"/>
                  <a:pt x="22042" y="6763"/>
                  <a:pt x="22160" y="6842"/>
                </a:cubicBezTo>
                <a:cubicBezTo>
                  <a:pt x="22278" y="6940"/>
                  <a:pt x="22456" y="6920"/>
                  <a:pt x="22515" y="6782"/>
                </a:cubicBezTo>
                <a:cubicBezTo>
                  <a:pt x="22633" y="6526"/>
                  <a:pt x="22870" y="6349"/>
                  <a:pt x="23146" y="6290"/>
                </a:cubicBezTo>
                <a:cubicBezTo>
                  <a:pt x="23264" y="6230"/>
                  <a:pt x="23363" y="6152"/>
                  <a:pt x="23461" y="6053"/>
                </a:cubicBezTo>
                <a:cubicBezTo>
                  <a:pt x="23580" y="5954"/>
                  <a:pt x="23718" y="5895"/>
                  <a:pt x="23875" y="5915"/>
                </a:cubicBezTo>
                <a:lnTo>
                  <a:pt x="24841" y="5915"/>
                </a:lnTo>
                <a:cubicBezTo>
                  <a:pt x="25176" y="6290"/>
                  <a:pt x="25334" y="6763"/>
                  <a:pt x="25650" y="7157"/>
                </a:cubicBezTo>
                <a:cubicBezTo>
                  <a:pt x="25610" y="7275"/>
                  <a:pt x="25512" y="7394"/>
                  <a:pt x="25393" y="7473"/>
                </a:cubicBezTo>
                <a:cubicBezTo>
                  <a:pt x="25117" y="7670"/>
                  <a:pt x="24881" y="7946"/>
                  <a:pt x="24703" y="8241"/>
                </a:cubicBezTo>
                <a:cubicBezTo>
                  <a:pt x="24585" y="8458"/>
                  <a:pt x="24427" y="8636"/>
                  <a:pt x="24270" y="8793"/>
                </a:cubicBezTo>
                <a:cubicBezTo>
                  <a:pt x="24072" y="8971"/>
                  <a:pt x="24033" y="9247"/>
                  <a:pt x="24171" y="9483"/>
                </a:cubicBezTo>
                <a:cubicBezTo>
                  <a:pt x="24348" y="9858"/>
                  <a:pt x="24506" y="10272"/>
                  <a:pt x="24664" y="10666"/>
                </a:cubicBezTo>
                <a:cubicBezTo>
                  <a:pt x="24684" y="10765"/>
                  <a:pt x="24684" y="10863"/>
                  <a:pt x="24684" y="10982"/>
                </a:cubicBezTo>
                <a:cubicBezTo>
                  <a:pt x="24684" y="11061"/>
                  <a:pt x="24684" y="11159"/>
                  <a:pt x="24723" y="11218"/>
                </a:cubicBezTo>
                <a:cubicBezTo>
                  <a:pt x="24920" y="11415"/>
                  <a:pt x="24881" y="11652"/>
                  <a:pt x="24881" y="11889"/>
                </a:cubicBezTo>
                <a:lnTo>
                  <a:pt x="24881" y="13288"/>
                </a:lnTo>
                <a:lnTo>
                  <a:pt x="24881" y="13604"/>
                </a:lnTo>
                <a:cubicBezTo>
                  <a:pt x="24900" y="13880"/>
                  <a:pt x="24960" y="13959"/>
                  <a:pt x="25236" y="13978"/>
                </a:cubicBezTo>
                <a:lnTo>
                  <a:pt x="25748" y="13978"/>
                </a:lnTo>
                <a:cubicBezTo>
                  <a:pt x="25886" y="13959"/>
                  <a:pt x="26044" y="13998"/>
                  <a:pt x="26162" y="14077"/>
                </a:cubicBezTo>
                <a:cubicBezTo>
                  <a:pt x="26241" y="14136"/>
                  <a:pt x="26320" y="14156"/>
                  <a:pt x="26399" y="14176"/>
                </a:cubicBezTo>
                <a:cubicBezTo>
                  <a:pt x="26478" y="14176"/>
                  <a:pt x="26556" y="14156"/>
                  <a:pt x="26616" y="14156"/>
                </a:cubicBezTo>
                <a:close/>
                <a:moveTo>
                  <a:pt x="7315" y="21786"/>
                </a:moveTo>
                <a:cubicBezTo>
                  <a:pt x="7197" y="21786"/>
                  <a:pt x="7078" y="21786"/>
                  <a:pt x="7058" y="21983"/>
                </a:cubicBezTo>
                <a:cubicBezTo>
                  <a:pt x="7354" y="22495"/>
                  <a:pt x="7867" y="22653"/>
                  <a:pt x="8439" y="22692"/>
                </a:cubicBezTo>
                <a:cubicBezTo>
                  <a:pt x="8458" y="22692"/>
                  <a:pt x="8498" y="22692"/>
                  <a:pt x="8517" y="22673"/>
                </a:cubicBezTo>
                <a:cubicBezTo>
                  <a:pt x="8577" y="22633"/>
                  <a:pt x="8616" y="22594"/>
                  <a:pt x="8636" y="22535"/>
                </a:cubicBezTo>
                <a:cubicBezTo>
                  <a:pt x="8636" y="22515"/>
                  <a:pt x="8596" y="22436"/>
                  <a:pt x="8557" y="22416"/>
                </a:cubicBezTo>
                <a:cubicBezTo>
                  <a:pt x="8399" y="22357"/>
                  <a:pt x="8222" y="22318"/>
                  <a:pt x="8044" y="22259"/>
                </a:cubicBezTo>
                <a:cubicBezTo>
                  <a:pt x="7729" y="22200"/>
                  <a:pt x="7473" y="22022"/>
                  <a:pt x="7295" y="21786"/>
                </a:cubicBezTo>
                <a:cubicBezTo>
                  <a:pt x="7433" y="21825"/>
                  <a:pt x="7551" y="21845"/>
                  <a:pt x="7689" y="21884"/>
                </a:cubicBezTo>
                <a:cubicBezTo>
                  <a:pt x="7808" y="21904"/>
                  <a:pt x="7926" y="21904"/>
                  <a:pt x="8025" y="21884"/>
                </a:cubicBezTo>
                <a:cubicBezTo>
                  <a:pt x="8103" y="21845"/>
                  <a:pt x="8143" y="21805"/>
                  <a:pt x="8163" y="21746"/>
                </a:cubicBezTo>
                <a:cubicBezTo>
                  <a:pt x="8163" y="21687"/>
                  <a:pt x="8103" y="21628"/>
                  <a:pt x="8084" y="21569"/>
                </a:cubicBezTo>
                <a:cubicBezTo>
                  <a:pt x="8064" y="21549"/>
                  <a:pt x="8025" y="21529"/>
                  <a:pt x="7985" y="21529"/>
                </a:cubicBezTo>
                <a:cubicBezTo>
                  <a:pt x="7768" y="21510"/>
                  <a:pt x="7571" y="21431"/>
                  <a:pt x="7413" y="21293"/>
                </a:cubicBezTo>
                <a:cubicBezTo>
                  <a:pt x="7354" y="21253"/>
                  <a:pt x="7295" y="21234"/>
                  <a:pt x="7236" y="21214"/>
                </a:cubicBezTo>
                <a:cubicBezTo>
                  <a:pt x="7197" y="21194"/>
                  <a:pt x="7157" y="21214"/>
                  <a:pt x="7137" y="21234"/>
                </a:cubicBezTo>
                <a:cubicBezTo>
                  <a:pt x="7118" y="21253"/>
                  <a:pt x="7078" y="21332"/>
                  <a:pt x="7078" y="21352"/>
                </a:cubicBezTo>
                <a:cubicBezTo>
                  <a:pt x="7157" y="21510"/>
                  <a:pt x="7236" y="21648"/>
                  <a:pt x="7315" y="21786"/>
                </a:cubicBezTo>
                <a:close/>
                <a:moveTo>
                  <a:pt x="20366" y="13367"/>
                </a:moveTo>
                <a:lnTo>
                  <a:pt x="20366" y="12973"/>
                </a:lnTo>
                <a:cubicBezTo>
                  <a:pt x="20366" y="12658"/>
                  <a:pt x="20346" y="12322"/>
                  <a:pt x="20327" y="12007"/>
                </a:cubicBezTo>
                <a:cubicBezTo>
                  <a:pt x="20110" y="11751"/>
                  <a:pt x="20189" y="11396"/>
                  <a:pt x="20129" y="11100"/>
                </a:cubicBezTo>
                <a:cubicBezTo>
                  <a:pt x="20070" y="10824"/>
                  <a:pt x="19991" y="10568"/>
                  <a:pt x="19893" y="10331"/>
                </a:cubicBezTo>
                <a:cubicBezTo>
                  <a:pt x="19735" y="9976"/>
                  <a:pt x="19538" y="9641"/>
                  <a:pt x="19301" y="9345"/>
                </a:cubicBezTo>
                <a:cubicBezTo>
                  <a:pt x="18927" y="8813"/>
                  <a:pt x="18473" y="8340"/>
                  <a:pt x="17981" y="7906"/>
                </a:cubicBezTo>
                <a:cubicBezTo>
                  <a:pt x="17724" y="7670"/>
                  <a:pt x="17350" y="7532"/>
                  <a:pt x="17251" y="7118"/>
                </a:cubicBezTo>
                <a:cubicBezTo>
                  <a:pt x="17231" y="7058"/>
                  <a:pt x="17133" y="6999"/>
                  <a:pt x="17054" y="6960"/>
                </a:cubicBezTo>
                <a:cubicBezTo>
                  <a:pt x="16876" y="6842"/>
                  <a:pt x="16699" y="6723"/>
                  <a:pt x="16502" y="6605"/>
                </a:cubicBezTo>
                <a:cubicBezTo>
                  <a:pt x="16265" y="6428"/>
                  <a:pt x="15950" y="6349"/>
                  <a:pt x="15654" y="6368"/>
                </a:cubicBezTo>
                <a:cubicBezTo>
                  <a:pt x="15398" y="6408"/>
                  <a:pt x="15142" y="6368"/>
                  <a:pt x="14905" y="6250"/>
                </a:cubicBezTo>
                <a:cubicBezTo>
                  <a:pt x="14787" y="6191"/>
                  <a:pt x="14649" y="6171"/>
                  <a:pt x="14511" y="6171"/>
                </a:cubicBezTo>
                <a:cubicBezTo>
                  <a:pt x="13880" y="6171"/>
                  <a:pt x="13249" y="6171"/>
                  <a:pt x="12598" y="6171"/>
                </a:cubicBezTo>
                <a:cubicBezTo>
                  <a:pt x="12480" y="6171"/>
                  <a:pt x="12342" y="6191"/>
                  <a:pt x="12204" y="6230"/>
                </a:cubicBezTo>
                <a:cubicBezTo>
                  <a:pt x="11928" y="6309"/>
                  <a:pt x="11652" y="6428"/>
                  <a:pt x="11356" y="6526"/>
                </a:cubicBezTo>
                <a:cubicBezTo>
                  <a:pt x="11080" y="6625"/>
                  <a:pt x="10725" y="6723"/>
                  <a:pt x="10410" y="6822"/>
                </a:cubicBezTo>
                <a:cubicBezTo>
                  <a:pt x="9937" y="6940"/>
                  <a:pt x="9483" y="7137"/>
                  <a:pt x="9089" y="7433"/>
                </a:cubicBezTo>
                <a:cubicBezTo>
                  <a:pt x="8813" y="7689"/>
                  <a:pt x="8537" y="7926"/>
                  <a:pt x="8241" y="8123"/>
                </a:cubicBezTo>
                <a:cubicBezTo>
                  <a:pt x="8163" y="8182"/>
                  <a:pt x="8084" y="8261"/>
                  <a:pt x="8025" y="8360"/>
                </a:cubicBezTo>
                <a:cubicBezTo>
                  <a:pt x="7808" y="8715"/>
                  <a:pt x="7591" y="9069"/>
                  <a:pt x="7374" y="9424"/>
                </a:cubicBezTo>
                <a:cubicBezTo>
                  <a:pt x="7058" y="9996"/>
                  <a:pt x="6999" y="10666"/>
                  <a:pt x="6743" y="11277"/>
                </a:cubicBezTo>
                <a:cubicBezTo>
                  <a:pt x="6723" y="11396"/>
                  <a:pt x="6704" y="11494"/>
                  <a:pt x="6723" y="11613"/>
                </a:cubicBezTo>
                <a:cubicBezTo>
                  <a:pt x="6723" y="11751"/>
                  <a:pt x="6704" y="11889"/>
                  <a:pt x="6644" y="12007"/>
                </a:cubicBezTo>
                <a:cubicBezTo>
                  <a:pt x="6526" y="12244"/>
                  <a:pt x="6487" y="12520"/>
                  <a:pt x="6506" y="12796"/>
                </a:cubicBezTo>
                <a:lnTo>
                  <a:pt x="6506" y="13801"/>
                </a:lnTo>
                <a:cubicBezTo>
                  <a:pt x="6506" y="14038"/>
                  <a:pt x="6546" y="14274"/>
                  <a:pt x="6625" y="14491"/>
                </a:cubicBezTo>
                <a:cubicBezTo>
                  <a:pt x="6782" y="14846"/>
                  <a:pt x="6881" y="15220"/>
                  <a:pt x="6920" y="15595"/>
                </a:cubicBezTo>
                <a:cubicBezTo>
                  <a:pt x="6920" y="15674"/>
                  <a:pt x="6940" y="15733"/>
                  <a:pt x="6980" y="15792"/>
                </a:cubicBezTo>
                <a:cubicBezTo>
                  <a:pt x="7197" y="16206"/>
                  <a:pt x="7394" y="16640"/>
                  <a:pt x="7650" y="17034"/>
                </a:cubicBezTo>
                <a:cubicBezTo>
                  <a:pt x="7887" y="17429"/>
                  <a:pt x="8301" y="17744"/>
                  <a:pt x="8517" y="18197"/>
                </a:cubicBezTo>
                <a:cubicBezTo>
                  <a:pt x="8537" y="18237"/>
                  <a:pt x="8596" y="18296"/>
                  <a:pt x="8636" y="18335"/>
                </a:cubicBezTo>
                <a:cubicBezTo>
                  <a:pt x="8853" y="18552"/>
                  <a:pt x="9050" y="18789"/>
                  <a:pt x="9286" y="18986"/>
                </a:cubicBezTo>
                <a:cubicBezTo>
                  <a:pt x="9483" y="19183"/>
                  <a:pt x="9720" y="19361"/>
                  <a:pt x="9957" y="19499"/>
                </a:cubicBezTo>
                <a:cubicBezTo>
                  <a:pt x="10193" y="19597"/>
                  <a:pt x="10410" y="19735"/>
                  <a:pt x="10607" y="19873"/>
                </a:cubicBezTo>
                <a:cubicBezTo>
                  <a:pt x="10903" y="20070"/>
                  <a:pt x="11238" y="20189"/>
                  <a:pt x="11593" y="20189"/>
                </a:cubicBezTo>
                <a:cubicBezTo>
                  <a:pt x="11731" y="20189"/>
                  <a:pt x="11869" y="20208"/>
                  <a:pt x="11987" y="20267"/>
                </a:cubicBezTo>
                <a:cubicBezTo>
                  <a:pt x="12244" y="20366"/>
                  <a:pt x="12500" y="20405"/>
                  <a:pt x="12776" y="20386"/>
                </a:cubicBezTo>
                <a:lnTo>
                  <a:pt x="13643" y="20386"/>
                </a:lnTo>
                <a:cubicBezTo>
                  <a:pt x="13821" y="20386"/>
                  <a:pt x="13998" y="20346"/>
                  <a:pt x="14156" y="20267"/>
                </a:cubicBezTo>
                <a:cubicBezTo>
                  <a:pt x="14491" y="20070"/>
                  <a:pt x="14846" y="19972"/>
                  <a:pt x="15220" y="19991"/>
                </a:cubicBezTo>
                <a:cubicBezTo>
                  <a:pt x="15634" y="20031"/>
                  <a:pt x="16009" y="19735"/>
                  <a:pt x="16423" y="19755"/>
                </a:cubicBezTo>
                <a:cubicBezTo>
                  <a:pt x="16462" y="19755"/>
                  <a:pt x="16522" y="19696"/>
                  <a:pt x="16561" y="19676"/>
                </a:cubicBezTo>
                <a:cubicBezTo>
                  <a:pt x="17034" y="19479"/>
                  <a:pt x="17468" y="19183"/>
                  <a:pt x="17843" y="18809"/>
                </a:cubicBezTo>
                <a:cubicBezTo>
                  <a:pt x="17862" y="18789"/>
                  <a:pt x="17882" y="18769"/>
                  <a:pt x="17921" y="18749"/>
                </a:cubicBezTo>
                <a:cubicBezTo>
                  <a:pt x="18257" y="18552"/>
                  <a:pt x="18473" y="18217"/>
                  <a:pt x="18769" y="17981"/>
                </a:cubicBezTo>
                <a:cubicBezTo>
                  <a:pt x="18848" y="17921"/>
                  <a:pt x="18907" y="17823"/>
                  <a:pt x="18947" y="17724"/>
                </a:cubicBezTo>
                <a:cubicBezTo>
                  <a:pt x="19006" y="17567"/>
                  <a:pt x="19124" y="17409"/>
                  <a:pt x="19262" y="17291"/>
                </a:cubicBezTo>
                <a:cubicBezTo>
                  <a:pt x="19479" y="17054"/>
                  <a:pt x="19637" y="16778"/>
                  <a:pt x="19735" y="16482"/>
                </a:cubicBezTo>
                <a:cubicBezTo>
                  <a:pt x="19873" y="15970"/>
                  <a:pt x="20169" y="15496"/>
                  <a:pt x="20208" y="14944"/>
                </a:cubicBezTo>
                <a:cubicBezTo>
                  <a:pt x="20327" y="14688"/>
                  <a:pt x="20386" y="14412"/>
                  <a:pt x="20346" y="14116"/>
                </a:cubicBezTo>
                <a:cubicBezTo>
                  <a:pt x="20366" y="13860"/>
                  <a:pt x="20366" y="13624"/>
                  <a:pt x="20366" y="13367"/>
                </a:cubicBezTo>
                <a:close/>
                <a:moveTo>
                  <a:pt x="24072" y="14984"/>
                </a:moveTo>
                <a:cubicBezTo>
                  <a:pt x="24033" y="15043"/>
                  <a:pt x="23994" y="15122"/>
                  <a:pt x="23974" y="15201"/>
                </a:cubicBezTo>
                <a:cubicBezTo>
                  <a:pt x="23954" y="15398"/>
                  <a:pt x="23954" y="15615"/>
                  <a:pt x="23934" y="15812"/>
                </a:cubicBezTo>
                <a:cubicBezTo>
                  <a:pt x="23915" y="15950"/>
                  <a:pt x="23895" y="16108"/>
                  <a:pt x="23836" y="16246"/>
                </a:cubicBezTo>
                <a:cubicBezTo>
                  <a:pt x="23540" y="16817"/>
                  <a:pt x="23402" y="17468"/>
                  <a:pt x="23047" y="18020"/>
                </a:cubicBezTo>
                <a:cubicBezTo>
                  <a:pt x="23028" y="18059"/>
                  <a:pt x="23008" y="18099"/>
                  <a:pt x="23008" y="18158"/>
                </a:cubicBezTo>
                <a:cubicBezTo>
                  <a:pt x="23028" y="18237"/>
                  <a:pt x="23047" y="18296"/>
                  <a:pt x="23087" y="18375"/>
                </a:cubicBezTo>
                <a:cubicBezTo>
                  <a:pt x="23284" y="18296"/>
                  <a:pt x="23442" y="18138"/>
                  <a:pt x="23540" y="17941"/>
                </a:cubicBezTo>
                <a:cubicBezTo>
                  <a:pt x="23856" y="17350"/>
                  <a:pt x="24092" y="16739"/>
                  <a:pt x="24289" y="16088"/>
                </a:cubicBezTo>
                <a:cubicBezTo>
                  <a:pt x="24368" y="15733"/>
                  <a:pt x="24329" y="15358"/>
                  <a:pt x="24171" y="15023"/>
                </a:cubicBezTo>
                <a:cubicBezTo>
                  <a:pt x="24171" y="15023"/>
                  <a:pt x="24151" y="15004"/>
                  <a:pt x="24072" y="14984"/>
                </a:cubicBezTo>
                <a:close/>
                <a:moveTo>
                  <a:pt x="23166" y="9306"/>
                </a:moveTo>
                <a:cubicBezTo>
                  <a:pt x="23284" y="9483"/>
                  <a:pt x="23323" y="9681"/>
                  <a:pt x="23323" y="9897"/>
                </a:cubicBezTo>
                <a:cubicBezTo>
                  <a:pt x="23323" y="10095"/>
                  <a:pt x="23343" y="10292"/>
                  <a:pt x="23343" y="10489"/>
                </a:cubicBezTo>
                <a:cubicBezTo>
                  <a:pt x="23343" y="10548"/>
                  <a:pt x="23343" y="10587"/>
                  <a:pt x="23382" y="10647"/>
                </a:cubicBezTo>
                <a:cubicBezTo>
                  <a:pt x="23402" y="10686"/>
                  <a:pt x="23461" y="10725"/>
                  <a:pt x="23520" y="10745"/>
                </a:cubicBezTo>
                <a:cubicBezTo>
                  <a:pt x="23560" y="10745"/>
                  <a:pt x="23619" y="10706"/>
                  <a:pt x="23639" y="10666"/>
                </a:cubicBezTo>
                <a:cubicBezTo>
                  <a:pt x="23658" y="10607"/>
                  <a:pt x="23658" y="10568"/>
                  <a:pt x="23658" y="10509"/>
                </a:cubicBezTo>
                <a:cubicBezTo>
                  <a:pt x="23737" y="9996"/>
                  <a:pt x="23678" y="9483"/>
                  <a:pt x="23481" y="8991"/>
                </a:cubicBezTo>
                <a:cubicBezTo>
                  <a:pt x="23422" y="8853"/>
                  <a:pt x="23402" y="8715"/>
                  <a:pt x="23185" y="8774"/>
                </a:cubicBezTo>
                <a:cubicBezTo>
                  <a:pt x="23146" y="8774"/>
                  <a:pt x="23087" y="8695"/>
                  <a:pt x="23047" y="8655"/>
                </a:cubicBezTo>
                <a:cubicBezTo>
                  <a:pt x="22909" y="8537"/>
                  <a:pt x="22771" y="8557"/>
                  <a:pt x="22732" y="8715"/>
                </a:cubicBezTo>
                <a:cubicBezTo>
                  <a:pt x="22653" y="9089"/>
                  <a:pt x="22633" y="9483"/>
                  <a:pt x="22712" y="9858"/>
                </a:cubicBezTo>
                <a:cubicBezTo>
                  <a:pt x="22712" y="9917"/>
                  <a:pt x="22811" y="9996"/>
                  <a:pt x="22870" y="10016"/>
                </a:cubicBezTo>
                <a:cubicBezTo>
                  <a:pt x="22988" y="10035"/>
                  <a:pt x="23087" y="9976"/>
                  <a:pt x="23087" y="9858"/>
                </a:cubicBezTo>
                <a:cubicBezTo>
                  <a:pt x="23126" y="9700"/>
                  <a:pt x="23146" y="9562"/>
                  <a:pt x="23166" y="9286"/>
                </a:cubicBezTo>
                <a:close/>
                <a:moveTo>
                  <a:pt x="8931" y="6014"/>
                </a:moveTo>
                <a:cubicBezTo>
                  <a:pt x="8793" y="5876"/>
                  <a:pt x="8695" y="5836"/>
                  <a:pt x="8577" y="5915"/>
                </a:cubicBezTo>
                <a:cubicBezTo>
                  <a:pt x="8419" y="5994"/>
                  <a:pt x="8281" y="6073"/>
                  <a:pt x="8163" y="6171"/>
                </a:cubicBezTo>
                <a:cubicBezTo>
                  <a:pt x="7709" y="6506"/>
                  <a:pt x="7295" y="6861"/>
                  <a:pt x="6861" y="7196"/>
                </a:cubicBezTo>
                <a:cubicBezTo>
                  <a:pt x="6605" y="7433"/>
                  <a:pt x="6408" y="7709"/>
                  <a:pt x="6309" y="8025"/>
                </a:cubicBezTo>
                <a:cubicBezTo>
                  <a:pt x="6290" y="8103"/>
                  <a:pt x="6250" y="8241"/>
                  <a:pt x="6428" y="8241"/>
                </a:cubicBezTo>
                <a:cubicBezTo>
                  <a:pt x="6704" y="7867"/>
                  <a:pt x="7039" y="7512"/>
                  <a:pt x="7433" y="7236"/>
                </a:cubicBezTo>
                <a:cubicBezTo>
                  <a:pt x="7827" y="6940"/>
                  <a:pt x="8241" y="6644"/>
                  <a:pt x="8636" y="6329"/>
                </a:cubicBezTo>
                <a:cubicBezTo>
                  <a:pt x="8734" y="6230"/>
                  <a:pt x="8833" y="6132"/>
                  <a:pt x="8931" y="6014"/>
                </a:cubicBezTo>
                <a:close/>
                <a:moveTo>
                  <a:pt x="17448" y="20051"/>
                </a:moveTo>
                <a:cubicBezTo>
                  <a:pt x="17271" y="20149"/>
                  <a:pt x="17093" y="20248"/>
                  <a:pt x="16916" y="20346"/>
                </a:cubicBezTo>
                <a:cubicBezTo>
                  <a:pt x="16502" y="20622"/>
                  <a:pt x="16088" y="20898"/>
                  <a:pt x="15575" y="20958"/>
                </a:cubicBezTo>
                <a:cubicBezTo>
                  <a:pt x="15516" y="20958"/>
                  <a:pt x="15477" y="20977"/>
                  <a:pt x="15437" y="21017"/>
                </a:cubicBezTo>
                <a:cubicBezTo>
                  <a:pt x="15398" y="21036"/>
                  <a:pt x="15358" y="21076"/>
                  <a:pt x="15358" y="21115"/>
                </a:cubicBezTo>
                <a:cubicBezTo>
                  <a:pt x="15358" y="21174"/>
                  <a:pt x="15398" y="21214"/>
                  <a:pt x="15437" y="21234"/>
                </a:cubicBezTo>
                <a:cubicBezTo>
                  <a:pt x="15674" y="21332"/>
                  <a:pt x="15970" y="21332"/>
                  <a:pt x="16206" y="21214"/>
                </a:cubicBezTo>
                <a:cubicBezTo>
                  <a:pt x="16443" y="21115"/>
                  <a:pt x="16699" y="20997"/>
                  <a:pt x="16916" y="20859"/>
                </a:cubicBezTo>
                <a:cubicBezTo>
                  <a:pt x="17133" y="20721"/>
                  <a:pt x="17310" y="20563"/>
                  <a:pt x="17507" y="20405"/>
                </a:cubicBezTo>
                <a:cubicBezTo>
                  <a:pt x="17586" y="20307"/>
                  <a:pt x="17626" y="20189"/>
                  <a:pt x="17448" y="20051"/>
                </a:cubicBezTo>
                <a:close/>
                <a:moveTo>
                  <a:pt x="5383" y="9937"/>
                </a:moveTo>
                <a:cubicBezTo>
                  <a:pt x="5264" y="9976"/>
                  <a:pt x="5186" y="10095"/>
                  <a:pt x="5186" y="10213"/>
                </a:cubicBezTo>
                <a:cubicBezTo>
                  <a:pt x="5107" y="10686"/>
                  <a:pt x="4969" y="11159"/>
                  <a:pt x="4811" y="11613"/>
                </a:cubicBezTo>
                <a:cubicBezTo>
                  <a:pt x="4772" y="11751"/>
                  <a:pt x="4791" y="11869"/>
                  <a:pt x="4811" y="12007"/>
                </a:cubicBezTo>
                <a:cubicBezTo>
                  <a:pt x="4811" y="12046"/>
                  <a:pt x="4910" y="12086"/>
                  <a:pt x="4969" y="12106"/>
                </a:cubicBezTo>
                <a:cubicBezTo>
                  <a:pt x="5028" y="12106"/>
                  <a:pt x="5067" y="12086"/>
                  <a:pt x="5087" y="12046"/>
                </a:cubicBezTo>
                <a:cubicBezTo>
                  <a:pt x="5166" y="11889"/>
                  <a:pt x="5245" y="11731"/>
                  <a:pt x="5304" y="11573"/>
                </a:cubicBezTo>
                <a:cubicBezTo>
                  <a:pt x="5442" y="11218"/>
                  <a:pt x="5540" y="10844"/>
                  <a:pt x="5560" y="10469"/>
                </a:cubicBezTo>
                <a:cubicBezTo>
                  <a:pt x="5600" y="10252"/>
                  <a:pt x="5600" y="10055"/>
                  <a:pt x="5383" y="9937"/>
                </a:cubicBezTo>
                <a:close/>
                <a:moveTo>
                  <a:pt x="18079" y="23047"/>
                </a:moveTo>
                <a:lnTo>
                  <a:pt x="17843" y="23106"/>
                </a:lnTo>
                <a:cubicBezTo>
                  <a:pt x="17231" y="23323"/>
                  <a:pt x="16620" y="23501"/>
                  <a:pt x="16009" y="23639"/>
                </a:cubicBezTo>
                <a:cubicBezTo>
                  <a:pt x="15634" y="23737"/>
                  <a:pt x="15260" y="23856"/>
                  <a:pt x="14925" y="24013"/>
                </a:cubicBezTo>
                <a:cubicBezTo>
                  <a:pt x="14866" y="24033"/>
                  <a:pt x="14826" y="24092"/>
                  <a:pt x="14747" y="24171"/>
                </a:cubicBezTo>
                <a:cubicBezTo>
                  <a:pt x="14925" y="24250"/>
                  <a:pt x="15102" y="24250"/>
                  <a:pt x="15260" y="24171"/>
                </a:cubicBezTo>
                <a:cubicBezTo>
                  <a:pt x="15654" y="24033"/>
                  <a:pt x="16029" y="23915"/>
                  <a:pt x="16423" y="23836"/>
                </a:cubicBezTo>
                <a:cubicBezTo>
                  <a:pt x="16955" y="23678"/>
                  <a:pt x="17468" y="23481"/>
                  <a:pt x="17981" y="23284"/>
                </a:cubicBezTo>
                <a:cubicBezTo>
                  <a:pt x="18040" y="23284"/>
                  <a:pt x="18079" y="23244"/>
                  <a:pt x="18099" y="23205"/>
                </a:cubicBezTo>
                <a:cubicBezTo>
                  <a:pt x="18099" y="23166"/>
                  <a:pt x="18099" y="23106"/>
                  <a:pt x="18079" y="23047"/>
                </a:cubicBezTo>
                <a:close/>
                <a:moveTo>
                  <a:pt x="20445" y="8103"/>
                </a:moveTo>
                <a:cubicBezTo>
                  <a:pt x="20405" y="8084"/>
                  <a:pt x="20366" y="8084"/>
                  <a:pt x="20327" y="8064"/>
                </a:cubicBezTo>
                <a:cubicBezTo>
                  <a:pt x="20189" y="8025"/>
                  <a:pt x="20051" y="8163"/>
                  <a:pt x="20090" y="8301"/>
                </a:cubicBezTo>
                <a:cubicBezTo>
                  <a:pt x="20090" y="8360"/>
                  <a:pt x="20110" y="8399"/>
                  <a:pt x="20110" y="8439"/>
                </a:cubicBezTo>
                <a:cubicBezTo>
                  <a:pt x="20208" y="8833"/>
                  <a:pt x="20405" y="9188"/>
                  <a:pt x="20484" y="9582"/>
                </a:cubicBezTo>
                <a:cubicBezTo>
                  <a:pt x="20524" y="9720"/>
                  <a:pt x="20642" y="9838"/>
                  <a:pt x="20780" y="9878"/>
                </a:cubicBezTo>
                <a:cubicBezTo>
                  <a:pt x="20859" y="9897"/>
                  <a:pt x="20918" y="9897"/>
                  <a:pt x="20977" y="9858"/>
                </a:cubicBezTo>
                <a:cubicBezTo>
                  <a:pt x="21017" y="9838"/>
                  <a:pt x="21036" y="9779"/>
                  <a:pt x="21017" y="9740"/>
                </a:cubicBezTo>
                <a:cubicBezTo>
                  <a:pt x="20977" y="9483"/>
                  <a:pt x="20918" y="9247"/>
                  <a:pt x="20839" y="9030"/>
                </a:cubicBezTo>
                <a:cubicBezTo>
                  <a:pt x="20760" y="8715"/>
                  <a:pt x="20583" y="8419"/>
                  <a:pt x="20445" y="8103"/>
                </a:cubicBezTo>
                <a:close/>
                <a:moveTo>
                  <a:pt x="10666" y="20938"/>
                </a:moveTo>
                <a:cubicBezTo>
                  <a:pt x="10923" y="21096"/>
                  <a:pt x="11139" y="21214"/>
                  <a:pt x="11356" y="21332"/>
                </a:cubicBezTo>
                <a:cubicBezTo>
                  <a:pt x="11691" y="21529"/>
                  <a:pt x="12086" y="21588"/>
                  <a:pt x="12460" y="21490"/>
                </a:cubicBezTo>
                <a:cubicBezTo>
                  <a:pt x="12618" y="21490"/>
                  <a:pt x="12776" y="21450"/>
                  <a:pt x="12894" y="21332"/>
                </a:cubicBezTo>
                <a:cubicBezTo>
                  <a:pt x="12874" y="21293"/>
                  <a:pt x="12855" y="21253"/>
                  <a:pt x="12835" y="21234"/>
                </a:cubicBezTo>
                <a:cubicBezTo>
                  <a:pt x="12658" y="21174"/>
                  <a:pt x="12460" y="21115"/>
                  <a:pt x="12263" y="21115"/>
                </a:cubicBezTo>
                <a:cubicBezTo>
                  <a:pt x="11948" y="21115"/>
                  <a:pt x="11632" y="21036"/>
                  <a:pt x="11376" y="20859"/>
                </a:cubicBezTo>
                <a:cubicBezTo>
                  <a:pt x="11297" y="20820"/>
                  <a:pt x="11218" y="20780"/>
                  <a:pt x="11159" y="20760"/>
                </a:cubicBezTo>
                <a:cubicBezTo>
                  <a:pt x="11061" y="20721"/>
                  <a:pt x="10982" y="20721"/>
                  <a:pt x="10903" y="20760"/>
                </a:cubicBezTo>
                <a:cubicBezTo>
                  <a:pt x="10824" y="20800"/>
                  <a:pt x="10745" y="20879"/>
                  <a:pt x="10666" y="20938"/>
                </a:cubicBezTo>
                <a:close/>
                <a:moveTo>
                  <a:pt x="20031" y="18986"/>
                </a:moveTo>
                <a:cubicBezTo>
                  <a:pt x="20307" y="18907"/>
                  <a:pt x="20524" y="18690"/>
                  <a:pt x="20603" y="18434"/>
                </a:cubicBezTo>
                <a:cubicBezTo>
                  <a:pt x="20681" y="18178"/>
                  <a:pt x="20819" y="17941"/>
                  <a:pt x="20997" y="17744"/>
                </a:cubicBezTo>
                <a:cubicBezTo>
                  <a:pt x="21056" y="17685"/>
                  <a:pt x="21076" y="17626"/>
                  <a:pt x="21076" y="17567"/>
                </a:cubicBezTo>
                <a:cubicBezTo>
                  <a:pt x="21115" y="17409"/>
                  <a:pt x="21056" y="17310"/>
                  <a:pt x="20859" y="17212"/>
                </a:cubicBezTo>
                <a:cubicBezTo>
                  <a:pt x="20405" y="17626"/>
                  <a:pt x="20267" y="18197"/>
                  <a:pt x="19972" y="18690"/>
                </a:cubicBezTo>
                <a:cubicBezTo>
                  <a:pt x="19952" y="18749"/>
                  <a:pt x="20011" y="18868"/>
                  <a:pt x="20031" y="18986"/>
                </a:cubicBezTo>
                <a:close/>
                <a:moveTo>
                  <a:pt x="18414" y="6388"/>
                </a:moveTo>
                <a:cubicBezTo>
                  <a:pt x="18631" y="6644"/>
                  <a:pt x="18809" y="6881"/>
                  <a:pt x="19006" y="7118"/>
                </a:cubicBezTo>
                <a:cubicBezTo>
                  <a:pt x="19124" y="7256"/>
                  <a:pt x="19223" y="7413"/>
                  <a:pt x="19321" y="7551"/>
                </a:cubicBezTo>
                <a:cubicBezTo>
                  <a:pt x="19380" y="7630"/>
                  <a:pt x="19479" y="7650"/>
                  <a:pt x="19558" y="7611"/>
                </a:cubicBezTo>
                <a:cubicBezTo>
                  <a:pt x="19656" y="7571"/>
                  <a:pt x="19715" y="7473"/>
                  <a:pt x="19696" y="7354"/>
                </a:cubicBezTo>
                <a:cubicBezTo>
                  <a:pt x="19696" y="7275"/>
                  <a:pt x="19656" y="7196"/>
                  <a:pt x="19617" y="7118"/>
                </a:cubicBezTo>
                <a:cubicBezTo>
                  <a:pt x="19420" y="6881"/>
                  <a:pt x="19223" y="6625"/>
                  <a:pt x="19045" y="6368"/>
                </a:cubicBezTo>
                <a:cubicBezTo>
                  <a:pt x="18947" y="6250"/>
                  <a:pt x="18828" y="6191"/>
                  <a:pt x="18690" y="6211"/>
                </a:cubicBezTo>
                <a:cubicBezTo>
                  <a:pt x="18552" y="6171"/>
                  <a:pt x="18434" y="6250"/>
                  <a:pt x="18414" y="6388"/>
                </a:cubicBezTo>
                <a:close/>
                <a:moveTo>
                  <a:pt x="15733" y="5008"/>
                </a:moveTo>
                <a:cubicBezTo>
                  <a:pt x="15575" y="5028"/>
                  <a:pt x="15398" y="5048"/>
                  <a:pt x="15240" y="5087"/>
                </a:cubicBezTo>
                <a:cubicBezTo>
                  <a:pt x="15201" y="5087"/>
                  <a:pt x="15161" y="5166"/>
                  <a:pt x="15161" y="5205"/>
                </a:cubicBezTo>
                <a:cubicBezTo>
                  <a:pt x="15181" y="5264"/>
                  <a:pt x="15201" y="5304"/>
                  <a:pt x="15240" y="5324"/>
                </a:cubicBezTo>
                <a:cubicBezTo>
                  <a:pt x="15358" y="5363"/>
                  <a:pt x="15477" y="5383"/>
                  <a:pt x="15595" y="5383"/>
                </a:cubicBezTo>
                <a:cubicBezTo>
                  <a:pt x="15910" y="5363"/>
                  <a:pt x="16226" y="5481"/>
                  <a:pt x="16462" y="5718"/>
                </a:cubicBezTo>
                <a:cubicBezTo>
                  <a:pt x="16541" y="5777"/>
                  <a:pt x="16640" y="5856"/>
                  <a:pt x="16758" y="5895"/>
                </a:cubicBezTo>
                <a:cubicBezTo>
                  <a:pt x="16817" y="5935"/>
                  <a:pt x="16876" y="5954"/>
                  <a:pt x="16936" y="5935"/>
                </a:cubicBezTo>
                <a:cubicBezTo>
                  <a:pt x="16995" y="5915"/>
                  <a:pt x="17054" y="5876"/>
                  <a:pt x="17093" y="5836"/>
                </a:cubicBezTo>
                <a:cubicBezTo>
                  <a:pt x="17113" y="5777"/>
                  <a:pt x="17093" y="5738"/>
                  <a:pt x="17054" y="5698"/>
                </a:cubicBezTo>
                <a:cubicBezTo>
                  <a:pt x="16916" y="5560"/>
                  <a:pt x="16758" y="5422"/>
                  <a:pt x="16600" y="5304"/>
                </a:cubicBezTo>
                <a:cubicBezTo>
                  <a:pt x="16384" y="5067"/>
                  <a:pt x="16048" y="4969"/>
                  <a:pt x="15733" y="5008"/>
                </a:cubicBezTo>
                <a:close/>
                <a:moveTo>
                  <a:pt x="13308" y="4634"/>
                </a:moveTo>
                <a:lnTo>
                  <a:pt x="12539" y="4634"/>
                </a:lnTo>
                <a:lnTo>
                  <a:pt x="11494" y="4634"/>
                </a:lnTo>
                <a:cubicBezTo>
                  <a:pt x="11356" y="4634"/>
                  <a:pt x="11218" y="4634"/>
                  <a:pt x="11159" y="4811"/>
                </a:cubicBezTo>
                <a:cubicBezTo>
                  <a:pt x="11218" y="4949"/>
                  <a:pt x="11356" y="4969"/>
                  <a:pt x="11494" y="4988"/>
                </a:cubicBezTo>
                <a:lnTo>
                  <a:pt x="12244" y="4988"/>
                </a:lnTo>
                <a:cubicBezTo>
                  <a:pt x="12598" y="4949"/>
                  <a:pt x="12934" y="4969"/>
                  <a:pt x="13269" y="5067"/>
                </a:cubicBezTo>
                <a:cubicBezTo>
                  <a:pt x="13407" y="4949"/>
                  <a:pt x="13387" y="4831"/>
                  <a:pt x="13308" y="4634"/>
                </a:cubicBezTo>
                <a:close/>
                <a:moveTo>
                  <a:pt x="21766" y="12184"/>
                </a:moveTo>
                <a:cubicBezTo>
                  <a:pt x="21746" y="12046"/>
                  <a:pt x="21726" y="11889"/>
                  <a:pt x="21707" y="11751"/>
                </a:cubicBezTo>
                <a:cubicBezTo>
                  <a:pt x="21667" y="11672"/>
                  <a:pt x="21588" y="11613"/>
                  <a:pt x="21509" y="11593"/>
                </a:cubicBezTo>
                <a:cubicBezTo>
                  <a:pt x="21411" y="11573"/>
                  <a:pt x="21332" y="11652"/>
                  <a:pt x="21293" y="11751"/>
                </a:cubicBezTo>
                <a:cubicBezTo>
                  <a:pt x="21273" y="11770"/>
                  <a:pt x="21253" y="11810"/>
                  <a:pt x="21253" y="11849"/>
                </a:cubicBezTo>
                <a:lnTo>
                  <a:pt x="21253" y="12736"/>
                </a:lnTo>
                <a:cubicBezTo>
                  <a:pt x="21273" y="12815"/>
                  <a:pt x="21312" y="12894"/>
                  <a:pt x="21352" y="12953"/>
                </a:cubicBezTo>
                <a:cubicBezTo>
                  <a:pt x="21431" y="13032"/>
                  <a:pt x="21549" y="13032"/>
                  <a:pt x="21608" y="12953"/>
                </a:cubicBezTo>
                <a:cubicBezTo>
                  <a:pt x="21647" y="12894"/>
                  <a:pt x="21687" y="12815"/>
                  <a:pt x="21707" y="12736"/>
                </a:cubicBezTo>
                <a:cubicBezTo>
                  <a:pt x="21746" y="12559"/>
                  <a:pt x="21746" y="12401"/>
                  <a:pt x="21766" y="12184"/>
                </a:cubicBezTo>
                <a:close/>
                <a:moveTo>
                  <a:pt x="8931" y="20563"/>
                </a:moveTo>
                <a:cubicBezTo>
                  <a:pt x="9050" y="20544"/>
                  <a:pt x="9168" y="20524"/>
                  <a:pt x="9267" y="20484"/>
                </a:cubicBezTo>
                <a:cubicBezTo>
                  <a:pt x="9326" y="20445"/>
                  <a:pt x="9365" y="20386"/>
                  <a:pt x="9385" y="20327"/>
                </a:cubicBezTo>
                <a:cubicBezTo>
                  <a:pt x="9365" y="20248"/>
                  <a:pt x="9345" y="20189"/>
                  <a:pt x="9286" y="20149"/>
                </a:cubicBezTo>
                <a:cubicBezTo>
                  <a:pt x="9247" y="20129"/>
                  <a:pt x="9207" y="20110"/>
                  <a:pt x="9148" y="20090"/>
                </a:cubicBezTo>
                <a:cubicBezTo>
                  <a:pt x="8971" y="20070"/>
                  <a:pt x="8813" y="19972"/>
                  <a:pt x="8715" y="19814"/>
                </a:cubicBezTo>
                <a:cubicBezTo>
                  <a:pt x="8596" y="19696"/>
                  <a:pt x="8439" y="19617"/>
                  <a:pt x="8261" y="19617"/>
                </a:cubicBezTo>
                <a:cubicBezTo>
                  <a:pt x="8163" y="19597"/>
                  <a:pt x="8084" y="19715"/>
                  <a:pt x="8143" y="19814"/>
                </a:cubicBezTo>
                <a:cubicBezTo>
                  <a:pt x="8261" y="20031"/>
                  <a:pt x="8419" y="20248"/>
                  <a:pt x="8636" y="20425"/>
                </a:cubicBezTo>
                <a:cubicBezTo>
                  <a:pt x="8715" y="20484"/>
                  <a:pt x="8813" y="20524"/>
                  <a:pt x="8931" y="20563"/>
                </a:cubicBezTo>
                <a:close/>
                <a:moveTo>
                  <a:pt x="21490" y="15930"/>
                </a:moveTo>
                <a:cubicBezTo>
                  <a:pt x="21707" y="15733"/>
                  <a:pt x="21707" y="15733"/>
                  <a:pt x="21707" y="15634"/>
                </a:cubicBezTo>
                <a:cubicBezTo>
                  <a:pt x="21707" y="15378"/>
                  <a:pt x="21687" y="15102"/>
                  <a:pt x="21687" y="14846"/>
                </a:cubicBezTo>
                <a:cubicBezTo>
                  <a:pt x="21667" y="14787"/>
                  <a:pt x="21647" y="14747"/>
                  <a:pt x="21628" y="14708"/>
                </a:cubicBezTo>
                <a:cubicBezTo>
                  <a:pt x="21588" y="14668"/>
                  <a:pt x="21529" y="14629"/>
                  <a:pt x="21490" y="14629"/>
                </a:cubicBezTo>
                <a:cubicBezTo>
                  <a:pt x="21431" y="14649"/>
                  <a:pt x="21391" y="14668"/>
                  <a:pt x="21332" y="14708"/>
                </a:cubicBezTo>
                <a:cubicBezTo>
                  <a:pt x="21312" y="14747"/>
                  <a:pt x="21293" y="14767"/>
                  <a:pt x="21293" y="14806"/>
                </a:cubicBezTo>
                <a:cubicBezTo>
                  <a:pt x="21273" y="15102"/>
                  <a:pt x="21253" y="15398"/>
                  <a:pt x="21273" y="15694"/>
                </a:cubicBezTo>
                <a:cubicBezTo>
                  <a:pt x="21273" y="15812"/>
                  <a:pt x="21371" y="15930"/>
                  <a:pt x="21490" y="15930"/>
                </a:cubicBezTo>
                <a:close/>
                <a:moveTo>
                  <a:pt x="5166" y="15358"/>
                </a:moveTo>
                <a:cubicBezTo>
                  <a:pt x="5146" y="15496"/>
                  <a:pt x="5166" y="15634"/>
                  <a:pt x="5186" y="15792"/>
                </a:cubicBezTo>
                <a:cubicBezTo>
                  <a:pt x="5205" y="15970"/>
                  <a:pt x="5324" y="16127"/>
                  <a:pt x="5501" y="16187"/>
                </a:cubicBezTo>
                <a:cubicBezTo>
                  <a:pt x="5540" y="16206"/>
                  <a:pt x="5600" y="16206"/>
                  <a:pt x="5639" y="16167"/>
                </a:cubicBezTo>
                <a:cubicBezTo>
                  <a:pt x="5678" y="16147"/>
                  <a:pt x="5698" y="16068"/>
                  <a:pt x="5698" y="16048"/>
                </a:cubicBezTo>
                <a:cubicBezTo>
                  <a:pt x="5600" y="15772"/>
                  <a:pt x="5560" y="15457"/>
                  <a:pt x="5580" y="15161"/>
                </a:cubicBezTo>
                <a:cubicBezTo>
                  <a:pt x="5580" y="15082"/>
                  <a:pt x="5560" y="15004"/>
                  <a:pt x="5521" y="14925"/>
                </a:cubicBezTo>
                <a:cubicBezTo>
                  <a:pt x="5481" y="14885"/>
                  <a:pt x="5422" y="14846"/>
                  <a:pt x="5363" y="14846"/>
                </a:cubicBezTo>
                <a:cubicBezTo>
                  <a:pt x="5304" y="14846"/>
                  <a:pt x="5245" y="14885"/>
                  <a:pt x="5225" y="14944"/>
                </a:cubicBezTo>
                <a:cubicBezTo>
                  <a:pt x="5186" y="15082"/>
                  <a:pt x="5166" y="15220"/>
                  <a:pt x="5166" y="15358"/>
                </a:cubicBezTo>
                <a:close/>
                <a:moveTo>
                  <a:pt x="9168" y="1696"/>
                </a:moveTo>
                <a:cubicBezTo>
                  <a:pt x="9109" y="1775"/>
                  <a:pt x="9050" y="1834"/>
                  <a:pt x="9030" y="1913"/>
                </a:cubicBezTo>
                <a:cubicBezTo>
                  <a:pt x="9030" y="2209"/>
                  <a:pt x="8951" y="2485"/>
                  <a:pt x="8833" y="2741"/>
                </a:cubicBezTo>
                <a:cubicBezTo>
                  <a:pt x="8793" y="2800"/>
                  <a:pt x="8793" y="2859"/>
                  <a:pt x="8813" y="2938"/>
                </a:cubicBezTo>
                <a:cubicBezTo>
                  <a:pt x="8833" y="2997"/>
                  <a:pt x="8872" y="3076"/>
                  <a:pt x="8931" y="3116"/>
                </a:cubicBezTo>
                <a:cubicBezTo>
                  <a:pt x="9010" y="3175"/>
                  <a:pt x="9089" y="3116"/>
                  <a:pt x="9148" y="2977"/>
                </a:cubicBezTo>
                <a:cubicBezTo>
                  <a:pt x="9168" y="2918"/>
                  <a:pt x="9188" y="2859"/>
                  <a:pt x="9207" y="2800"/>
                </a:cubicBezTo>
                <a:cubicBezTo>
                  <a:pt x="9385" y="2524"/>
                  <a:pt x="9405" y="2189"/>
                  <a:pt x="9306" y="1873"/>
                </a:cubicBezTo>
                <a:cubicBezTo>
                  <a:pt x="9306" y="1814"/>
                  <a:pt x="9247" y="1775"/>
                  <a:pt x="9188" y="1696"/>
                </a:cubicBezTo>
                <a:close/>
                <a:moveTo>
                  <a:pt x="6388" y="17823"/>
                </a:moveTo>
                <a:cubicBezTo>
                  <a:pt x="6329" y="17882"/>
                  <a:pt x="6250" y="17941"/>
                  <a:pt x="6270" y="17981"/>
                </a:cubicBezTo>
                <a:cubicBezTo>
                  <a:pt x="6309" y="18296"/>
                  <a:pt x="6447" y="18592"/>
                  <a:pt x="6664" y="18828"/>
                </a:cubicBezTo>
                <a:cubicBezTo>
                  <a:pt x="6802" y="18907"/>
                  <a:pt x="6960" y="18887"/>
                  <a:pt x="7078" y="18789"/>
                </a:cubicBezTo>
                <a:cubicBezTo>
                  <a:pt x="7098" y="18749"/>
                  <a:pt x="7118" y="18651"/>
                  <a:pt x="7098" y="18651"/>
                </a:cubicBezTo>
                <a:cubicBezTo>
                  <a:pt x="6861" y="18473"/>
                  <a:pt x="6782" y="18217"/>
                  <a:pt x="6625" y="18000"/>
                </a:cubicBezTo>
                <a:cubicBezTo>
                  <a:pt x="6566" y="17921"/>
                  <a:pt x="6487" y="17862"/>
                  <a:pt x="6388" y="17823"/>
                </a:cubicBezTo>
                <a:close/>
                <a:moveTo>
                  <a:pt x="9759" y="2524"/>
                </a:moveTo>
                <a:cubicBezTo>
                  <a:pt x="9582" y="2721"/>
                  <a:pt x="9424" y="2899"/>
                  <a:pt x="9267" y="3096"/>
                </a:cubicBezTo>
                <a:cubicBezTo>
                  <a:pt x="9188" y="3214"/>
                  <a:pt x="9286" y="3352"/>
                  <a:pt x="9424" y="3352"/>
                </a:cubicBezTo>
                <a:cubicBezTo>
                  <a:pt x="9523" y="3332"/>
                  <a:pt x="9602" y="3293"/>
                  <a:pt x="9681" y="3234"/>
                </a:cubicBezTo>
                <a:cubicBezTo>
                  <a:pt x="9759" y="3135"/>
                  <a:pt x="9838" y="3017"/>
                  <a:pt x="9897" y="2899"/>
                </a:cubicBezTo>
                <a:cubicBezTo>
                  <a:pt x="9996" y="2761"/>
                  <a:pt x="9976" y="2701"/>
                  <a:pt x="9759" y="2524"/>
                </a:cubicBezTo>
                <a:close/>
              </a:path>
            </a:pathLst>
          </a:custGeom>
          <a:solidFill>
            <a:srgbClr val="F593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>
                <a:solidFill>
                  <a:schemeClr val="tx1"/>
                </a:solidFill>
              </a:rPr>
              <a:t>   </a:t>
            </a:r>
            <a:r>
              <a:rPr lang="fr-CI" dirty="0"/>
              <a:t>9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9" name="Google Shape;1409;p64">
            <a:extLst>
              <a:ext uri="{FF2B5EF4-FFF2-40B4-BE49-F238E27FC236}">
                <a16:creationId xmlns:a16="http://schemas.microsoft.com/office/drawing/2014/main" id="{96F248C0-BEB7-4D79-98F8-7E7FF68F4AC9}"/>
              </a:ext>
            </a:extLst>
          </p:cNvPr>
          <p:cNvSpPr txBox="1">
            <a:spLocks/>
          </p:cNvSpPr>
          <p:nvPr/>
        </p:nvSpPr>
        <p:spPr>
          <a:xfrm>
            <a:off x="817959" y="582527"/>
            <a:ext cx="4489500" cy="99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>
              <a:buClrTx/>
              <a:buFontTx/>
            </a:pPr>
            <a:r>
              <a:rPr lang="pt-BR" sz="5400" b="1" dirty="0">
                <a:latin typeface="Arial" panose="020B0604020202020204" pitchFamily="34" charset="0"/>
                <a:cs typeface="Arial" panose="020B0604020202020204" pitchFamily="34" charset="0"/>
              </a:rPr>
              <a:t>Fin !</a:t>
            </a:r>
          </a:p>
        </p:txBody>
      </p:sp>
      <p:sp>
        <p:nvSpPr>
          <p:cNvPr id="60" name="Google Shape;1407;p64">
            <a:extLst>
              <a:ext uri="{FF2B5EF4-FFF2-40B4-BE49-F238E27FC236}">
                <a16:creationId xmlns:a16="http://schemas.microsoft.com/office/drawing/2014/main" id="{7B6EC6DE-12DB-47E3-BB28-63B556FBCFE4}"/>
              </a:ext>
            </a:extLst>
          </p:cNvPr>
          <p:cNvSpPr/>
          <p:nvPr/>
        </p:nvSpPr>
        <p:spPr>
          <a:xfrm>
            <a:off x="328827" y="1607819"/>
            <a:ext cx="3922136" cy="1429251"/>
          </a:xfrm>
          <a:custGeom>
            <a:avLst/>
            <a:gdLst/>
            <a:ahLst/>
            <a:cxnLst/>
            <a:rect l="l" t="t" r="r" b="b"/>
            <a:pathLst>
              <a:path w="24940" h="8540" extrusionOk="0">
                <a:moveTo>
                  <a:pt x="21687" y="0"/>
                </a:moveTo>
                <a:cubicBezTo>
                  <a:pt x="21506" y="0"/>
                  <a:pt x="21341" y="2"/>
                  <a:pt x="21211" y="5"/>
                </a:cubicBezTo>
                <a:lnTo>
                  <a:pt x="17533" y="55"/>
                </a:lnTo>
                <a:cubicBezTo>
                  <a:pt x="12793" y="138"/>
                  <a:pt x="8004" y="5"/>
                  <a:pt x="3282" y="353"/>
                </a:cubicBezTo>
                <a:cubicBezTo>
                  <a:pt x="2470" y="403"/>
                  <a:pt x="1426" y="353"/>
                  <a:pt x="779" y="933"/>
                </a:cubicBezTo>
                <a:cubicBezTo>
                  <a:pt x="0" y="1646"/>
                  <a:pt x="150" y="3021"/>
                  <a:pt x="166" y="3982"/>
                </a:cubicBezTo>
                <a:cubicBezTo>
                  <a:pt x="183" y="5722"/>
                  <a:pt x="50" y="8141"/>
                  <a:pt x="2287" y="8324"/>
                </a:cubicBezTo>
                <a:cubicBezTo>
                  <a:pt x="4238" y="8482"/>
                  <a:pt x="6211" y="8540"/>
                  <a:pt x="8188" y="8540"/>
                </a:cubicBezTo>
                <a:cubicBezTo>
                  <a:pt x="10982" y="8540"/>
                  <a:pt x="13783" y="8424"/>
                  <a:pt x="16538" y="8307"/>
                </a:cubicBezTo>
                <a:cubicBezTo>
                  <a:pt x="17897" y="8257"/>
                  <a:pt x="19256" y="8175"/>
                  <a:pt x="20615" y="8092"/>
                </a:cubicBezTo>
                <a:cubicBezTo>
                  <a:pt x="21626" y="8025"/>
                  <a:pt x="23067" y="8191"/>
                  <a:pt x="23979" y="7694"/>
                </a:cubicBezTo>
                <a:cubicBezTo>
                  <a:pt x="24923" y="7164"/>
                  <a:pt x="24774" y="5937"/>
                  <a:pt x="24807" y="5009"/>
                </a:cubicBezTo>
                <a:cubicBezTo>
                  <a:pt x="24840" y="3684"/>
                  <a:pt x="24874" y="2358"/>
                  <a:pt x="24923" y="1032"/>
                </a:cubicBezTo>
                <a:cubicBezTo>
                  <a:pt x="24940" y="88"/>
                  <a:pt x="23399" y="22"/>
                  <a:pt x="23399" y="22"/>
                </a:cubicBezTo>
                <a:cubicBezTo>
                  <a:pt x="23399" y="22"/>
                  <a:pt x="22412" y="0"/>
                  <a:pt x="216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540000" tIns="91425" rIns="540000" bIns="91425" anchor="ctr" anchorCtr="0">
            <a:noAutofit/>
          </a:bodyPr>
          <a:lstStyle/>
          <a:p>
            <a:pPr algn="ctr"/>
            <a:r>
              <a:rPr lang="fr-FR" dirty="0">
                <a:solidFill>
                  <a:srgbClr val="0E1C30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Merci pour l’attention que vous avez bien voulu porter à notre présentation.</a:t>
            </a:r>
            <a:endParaRPr lang="fr-FR" dirty="0">
              <a:solidFill>
                <a:srgbClr val="0E1C3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" name="Google Shape;2009;p47">
            <a:extLst>
              <a:ext uri="{FF2B5EF4-FFF2-40B4-BE49-F238E27FC236}">
                <a16:creationId xmlns:a16="http://schemas.microsoft.com/office/drawing/2014/main" id="{AA362523-569F-430F-938F-01C3ABAEDCFF}"/>
              </a:ext>
            </a:extLst>
          </p:cNvPr>
          <p:cNvSpPr/>
          <p:nvPr/>
        </p:nvSpPr>
        <p:spPr>
          <a:xfrm>
            <a:off x="-483416" y="4221209"/>
            <a:ext cx="1123576" cy="1206271"/>
          </a:xfrm>
          <a:custGeom>
            <a:avLst/>
            <a:gdLst/>
            <a:ahLst/>
            <a:cxnLst/>
            <a:rect l="l" t="t" r="r" b="b"/>
            <a:pathLst>
              <a:path w="5163" h="5543" extrusionOk="0">
                <a:moveTo>
                  <a:pt x="1499" y="5542"/>
                </a:moveTo>
                <a:cubicBezTo>
                  <a:pt x="676" y="5542"/>
                  <a:pt x="1" y="4867"/>
                  <a:pt x="1" y="4044"/>
                </a:cubicBezTo>
                <a:cubicBezTo>
                  <a:pt x="1" y="3460"/>
                  <a:pt x="352" y="2961"/>
                  <a:pt x="880" y="2729"/>
                </a:cubicBezTo>
                <a:cubicBezTo>
                  <a:pt x="824" y="2609"/>
                  <a:pt x="796" y="2462"/>
                  <a:pt x="796" y="2349"/>
                </a:cubicBezTo>
                <a:cubicBezTo>
                  <a:pt x="796" y="1794"/>
                  <a:pt x="1203" y="1322"/>
                  <a:pt x="1731" y="1203"/>
                </a:cubicBezTo>
                <a:cubicBezTo>
                  <a:pt x="1703" y="1118"/>
                  <a:pt x="1675" y="999"/>
                  <a:pt x="1675" y="879"/>
                </a:cubicBezTo>
                <a:cubicBezTo>
                  <a:pt x="1675" y="387"/>
                  <a:pt x="2083" y="0"/>
                  <a:pt x="2582" y="0"/>
                </a:cubicBezTo>
                <a:cubicBezTo>
                  <a:pt x="3109" y="0"/>
                  <a:pt x="3517" y="387"/>
                  <a:pt x="3517" y="879"/>
                </a:cubicBezTo>
                <a:cubicBezTo>
                  <a:pt x="3517" y="999"/>
                  <a:pt x="3489" y="1118"/>
                  <a:pt x="3461" y="1203"/>
                </a:cubicBezTo>
                <a:cubicBezTo>
                  <a:pt x="3960" y="1351"/>
                  <a:pt x="4340" y="1822"/>
                  <a:pt x="4340" y="2349"/>
                </a:cubicBezTo>
                <a:cubicBezTo>
                  <a:pt x="4340" y="2462"/>
                  <a:pt x="4312" y="2609"/>
                  <a:pt x="4284" y="2729"/>
                </a:cubicBezTo>
                <a:cubicBezTo>
                  <a:pt x="4811" y="2961"/>
                  <a:pt x="5163" y="3460"/>
                  <a:pt x="5163" y="4044"/>
                </a:cubicBezTo>
                <a:cubicBezTo>
                  <a:pt x="5163" y="4867"/>
                  <a:pt x="4488" y="5542"/>
                  <a:pt x="3637" y="55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dist="104775" dir="8280000" algn="bl" rotWithShape="0">
              <a:schemeClr val="dk1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1468;p64">
            <a:extLst>
              <a:ext uri="{FF2B5EF4-FFF2-40B4-BE49-F238E27FC236}">
                <a16:creationId xmlns:a16="http://schemas.microsoft.com/office/drawing/2014/main" id="{626F6028-36D1-4A90-8084-16755857F639}"/>
              </a:ext>
            </a:extLst>
          </p:cNvPr>
          <p:cNvGrpSpPr/>
          <p:nvPr/>
        </p:nvGrpSpPr>
        <p:grpSpPr>
          <a:xfrm>
            <a:off x="817959" y="2809377"/>
            <a:ext cx="456264" cy="448252"/>
            <a:chOff x="2866317" y="3817357"/>
            <a:chExt cx="362920" cy="356576"/>
          </a:xfrm>
        </p:grpSpPr>
        <p:sp>
          <p:nvSpPr>
            <p:cNvPr id="63" name="Google Shape;1469;p64">
              <a:extLst>
                <a:ext uri="{FF2B5EF4-FFF2-40B4-BE49-F238E27FC236}">
                  <a16:creationId xmlns:a16="http://schemas.microsoft.com/office/drawing/2014/main" id="{9090169D-385D-42CE-BB35-188CDEA68059}"/>
                </a:ext>
              </a:extLst>
            </p:cNvPr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1470;p64">
              <a:extLst>
                <a:ext uri="{FF2B5EF4-FFF2-40B4-BE49-F238E27FC236}">
                  <a16:creationId xmlns:a16="http://schemas.microsoft.com/office/drawing/2014/main" id="{51675D9B-B0B9-43A5-B229-31ACFD26F841}"/>
                </a:ext>
              </a:extLst>
            </p:cNvPr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5" name="Google Shape;7062;p78">
            <a:extLst>
              <a:ext uri="{FF2B5EF4-FFF2-40B4-BE49-F238E27FC236}">
                <a16:creationId xmlns:a16="http://schemas.microsoft.com/office/drawing/2014/main" id="{3A5CC95A-E361-4CAE-A4E8-7BA1CA4894CF}"/>
              </a:ext>
            </a:extLst>
          </p:cNvPr>
          <p:cNvSpPr/>
          <p:nvPr/>
        </p:nvSpPr>
        <p:spPr>
          <a:xfrm>
            <a:off x="947136" y="2928450"/>
            <a:ext cx="131729" cy="236730"/>
          </a:xfrm>
          <a:custGeom>
            <a:avLst/>
            <a:gdLst/>
            <a:ahLst/>
            <a:cxnLst/>
            <a:rect l="l" t="t" r="r" b="b"/>
            <a:pathLst>
              <a:path w="5377" h="9663" extrusionOk="0">
                <a:moveTo>
                  <a:pt x="2588" y="0"/>
                </a:moveTo>
                <a:cubicBezTo>
                  <a:pt x="812" y="0"/>
                  <a:pt x="1" y="1048"/>
                  <a:pt x="1" y="1755"/>
                </a:cubicBezTo>
                <a:cubicBezTo>
                  <a:pt x="1" y="2268"/>
                  <a:pt x="438" y="2504"/>
                  <a:pt x="791" y="2504"/>
                </a:cubicBezTo>
                <a:cubicBezTo>
                  <a:pt x="1499" y="2504"/>
                  <a:pt x="1208" y="1492"/>
                  <a:pt x="2546" y="1492"/>
                </a:cubicBezTo>
                <a:cubicBezTo>
                  <a:pt x="3205" y="1492"/>
                  <a:pt x="3725" y="1776"/>
                  <a:pt x="3725" y="2386"/>
                </a:cubicBezTo>
                <a:cubicBezTo>
                  <a:pt x="3725" y="3094"/>
                  <a:pt x="2990" y="3503"/>
                  <a:pt x="2560" y="3871"/>
                </a:cubicBezTo>
                <a:cubicBezTo>
                  <a:pt x="2179" y="4197"/>
                  <a:pt x="1679" y="4738"/>
                  <a:pt x="1679" y="5861"/>
                </a:cubicBezTo>
                <a:cubicBezTo>
                  <a:pt x="1679" y="6541"/>
                  <a:pt x="1860" y="6742"/>
                  <a:pt x="2401" y="6742"/>
                </a:cubicBezTo>
                <a:cubicBezTo>
                  <a:pt x="3046" y="6742"/>
                  <a:pt x="3177" y="6451"/>
                  <a:pt x="3177" y="6201"/>
                </a:cubicBezTo>
                <a:cubicBezTo>
                  <a:pt x="3177" y="5515"/>
                  <a:pt x="3184" y="5126"/>
                  <a:pt x="3906" y="4564"/>
                </a:cubicBezTo>
                <a:cubicBezTo>
                  <a:pt x="4266" y="4287"/>
                  <a:pt x="5376" y="3406"/>
                  <a:pt x="5376" y="2164"/>
                </a:cubicBezTo>
                <a:cubicBezTo>
                  <a:pt x="5376" y="930"/>
                  <a:pt x="4266" y="0"/>
                  <a:pt x="2588" y="0"/>
                </a:cubicBezTo>
                <a:close/>
                <a:moveTo>
                  <a:pt x="2414" y="7644"/>
                </a:moveTo>
                <a:cubicBezTo>
                  <a:pt x="1860" y="7644"/>
                  <a:pt x="1402" y="8095"/>
                  <a:pt x="1402" y="8657"/>
                </a:cubicBezTo>
                <a:cubicBezTo>
                  <a:pt x="1402" y="9212"/>
                  <a:pt x="1860" y="9662"/>
                  <a:pt x="2414" y="9662"/>
                </a:cubicBezTo>
                <a:cubicBezTo>
                  <a:pt x="2969" y="9655"/>
                  <a:pt x="3420" y="9212"/>
                  <a:pt x="3427" y="8657"/>
                </a:cubicBezTo>
                <a:cubicBezTo>
                  <a:pt x="3420" y="8102"/>
                  <a:pt x="2969" y="7651"/>
                  <a:pt x="2414" y="7644"/>
                </a:cubicBezTo>
                <a:close/>
              </a:path>
            </a:pathLst>
          </a:custGeom>
          <a:solidFill>
            <a:srgbClr val="FFEA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BC249A7C-BBFF-4599-890D-F5077794976C}"/>
              </a:ext>
            </a:extLst>
          </p:cNvPr>
          <p:cNvGrpSpPr/>
          <p:nvPr/>
        </p:nvGrpSpPr>
        <p:grpSpPr>
          <a:xfrm>
            <a:off x="1766567" y="2870509"/>
            <a:ext cx="1120970" cy="872673"/>
            <a:chOff x="2262022" y="3161961"/>
            <a:chExt cx="1120970" cy="872673"/>
          </a:xfrm>
        </p:grpSpPr>
        <p:sp>
          <p:nvSpPr>
            <p:cNvPr id="67" name="Google Shape;1407;p64">
              <a:extLst>
                <a:ext uri="{FF2B5EF4-FFF2-40B4-BE49-F238E27FC236}">
                  <a16:creationId xmlns:a16="http://schemas.microsoft.com/office/drawing/2014/main" id="{D2613E20-37EC-458D-8AB6-DE8BBD985746}"/>
                </a:ext>
              </a:extLst>
            </p:cNvPr>
            <p:cNvSpPr/>
            <p:nvPr/>
          </p:nvSpPr>
          <p:spPr>
            <a:xfrm>
              <a:off x="2262022" y="3682210"/>
              <a:ext cx="1120970" cy="352424"/>
            </a:xfrm>
            <a:custGeom>
              <a:avLst/>
              <a:gdLst/>
              <a:ahLst/>
              <a:cxnLst/>
              <a:rect l="l" t="t" r="r" b="b"/>
              <a:pathLst>
                <a:path w="24940" h="8540" extrusionOk="0">
                  <a:moveTo>
                    <a:pt x="21687" y="0"/>
                  </a:moveTo>
                  <a:cubicBezTo>
                    <a:pt x="21506" y="0"/>
                    <a:pt x="21341" y="2"/>
                    <a:pt x="21211" y="5"/>
                  </a:cubicBezTo>
                  <a:lnTo>
                    <a:pt x="17533" y="55"/>
                  </a:lnTo>
                  <a:cubicBezTo>
                    <a:pt x="12793" y="138"/>
                    <a:pt x="8004" y="5"/>
                    <a:pt x="3282" y="353"/>
                  </a:cubicBezTo>
                  <a:cubicBezTo>
                    <a:pt x="2470" y="403"/>
                    <a:pt x="1426" y="353"/>
                    <a:pt x="779" y="933"/>
                  </a:cubicBezTo>
                  <a:cubicBezTo>
                    <a:pt x="0" y="1646"/>
                    <a:pt x="150" y="3021"/>
                    <a:pt x="166" y="3982"/>
                  </a:cubicBezTo>
                  <a:cubicBezTo>
                    <a:pt x="183" y="5722"/>
                    <a:pt x="50" y="8141"/>
                    <a:pt x="2287" y="8324"/>
                  </a:cubicBezTo>
                  <a:cubicBezTo>
                    <a:pt x="4238" y="8482"/>
                    <a:pt x="6211" y="8540"/>
                    <a:pt x="8188" y="8540"/>
                  </a:cubicBezTo>
                  <a:cubicBezTo>
                    <a:pt x="10982" y="8540"/>
                    <a:pt x="13783" y="8424"/>
                    <a:pt x="16538" y="8307"/>
                  </a:cubicBezTo>
                  <a:cubicBezTo>
                    <a:pt x="17897" y="8257"/>
                    <a:pt x="19256" y="8175"/>
                    <a:pt x="20615" y="8092"/>
                  </a:cubicBezTo>
                  <a:cubicBezTo>
                    <a:pt x="21626" y="8025"/>
                    <a:pt x="23067" y="8191"/>
                    <a:pt x="23979" y="7694"/>
                  </a:cubicBezTo>
                  <a:cubicBezTo>
                    <a:pt x="24923" y="7164"/>
                    <a:pt x="24774" y="5937"/>
                    <a:pt x="24807" y="5009"/>
                  </a:cubicBezTo>
                  <a:cubicBezTo>
                    <a:pt x="24840" y="3684"/>
                    <a:pt x="24874" y="2358"/>
                    <a:pt x="24923" y="1032"/>
                  </a:cubicBezTo>
                  <a:cubicBezTo>
                    <a:pt x="24940" y="88"/>
                    <a:pt x="23399" y="22"/>
                    <a:pt x="23399" y="22"/>
                  </a:cubicBezTo>
                  <a:cubicBezTo>
                    <a:pt x="23399" y="22"/>
                    <a:pt x="22412" y="0"/>
                    <a:pt x="2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91425" rIns="90000" bIns="91425" anchor="ctr" anchorCtr="0">
              <a:noAutofit/>
            </a:bodyPr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  <a:latin typeface="Roboto Slab Medium"/>
                  <a:ea typeface="Roboto Slab Medium"/>
                  <a:cs typeface="Roboto Slab Medium"/>
                  <a:sym typeface="Roboto Slab Medium"/>
                </a:rPr>
                <a:t>Critiques</a:t>
              </a:r>
              <a:endParaRPr lang="fr-FR" sz="1200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B1CF75E8-E20D-425C-A32A-056516A4D47E}"/>
                </a:ext>
              </a:extLst>
            </p:cNvPr>
            <p:cNvGrpSpPr/>
            <p:nvPr/>
          </p:nvGrpSpPr>
          <p:grpSpPr>
            <a:xfrm>
              <a:off x="2590306" y="3161961"/>
              <a:ext cx="456264" cy="448615"/>
              <a:chOff x="2590306" y="3161961"/>
              <a:chExt cx="456264" cy="448615"/>
            </a:xfrm>
          </p:grpSpPr>
          <p:grpSp>
            <p:nvGrpSpPr>
              <p:cNvPr id="69" name="Google Shape;1462;p64">
                <a:extLst>
                  <a:ext uri="{FF2B5EF4-FFF2-40B4-BE49-F238E27FC236}">
                    <a16:creationId xmlns:a16="http://schemas.microsoft.com/office/drawing/2014/main" id="{6B5AA8F8-2919-4F61-8E74-E15F5D4FBAA9}"/>
                  </a:ext>
                </a:extLst>
              </p:cNvPr>
              <p:cNvGrpSpPr/>
              <p:nvPr/>
            </p:nvGrpSpPr>
            <p:grpSpPr>
              <a:xfrm>
                <a:off x="2590306" y="3161961"/>
                <a:ext cx="456264" cy="448615"/>
                <a:chOff x="3314750" y="3817357"/>
                <a:chExt cx="362920" cy="356865"/>
              </a:xfrm>
            </p:grpSpPr>
            <p:sp>
              <p:nvSpPr>
                <p:cNvPr id="135" name="Google Shape;1463;p64">
                  <a:extLst>
                    <a:ext uri="{FF2B5EF4-FFF2-40B4-BE49-F238E27FC236}">
                      <a16:creationId xmlns:a16="http://schemas.microsoft.com/office/drawing/2014/main" id="{59F9BEF1-3E2F-4C24-8DCB-C43320A7A56F}"/>
                    </a:ext>
                  </a:extLst>
                </p:cNvPr>
                <p:cNvSpPr/>
                <p:nvPr/>
              </p:nvSpPr>
              <p:spPr>
                <a:xfrm>
                  <a:off x="3314750" y="3817357"/>
                  <a:ext cx="356865" cy="356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599" extrusionOk="0">
                      <a:moveTo>
                        <a:pt x="6814" y="0"/>
                      </a:moveTo>
                      <a:cubicBezTo>
                        <a:pt x="3046" y="0"/>
                        <a:pt x="0" y="3046"/>
                        <a:pt x="0" y="6799"/>
                      </a:cubicBezTo>
                      <a:cubicBezTo>
                        <a:pt x="0" y="10552"/>
                        <a:pt x="3046" y="13598"/>
                        <a:pt x="6814" y="13598"/>
                      </a:cubicBezTo>
                      <a:cubicBezTo>
                        <a:pt x="10567" y="13598"/>
                        <a:pt x="13613" y="10552"/>
                        <a:pt x="13613" y="6799"/>
                      </a:cubicBezTo>
                      <a:cubicBezTo>
                        <a:pt x="13613" y="3046"/>
                        <a:pt x="10567" y="0"/>
                        <a:pt x="681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6" name="Google Shape;1464;p64">
                  <a:extLst>
                    <a:ext uri="{FF2B5EF4-FFF2-40B4-BE49-F238E27FC236}">
                      <a16:creationId xmlns:a16="http://schemas.microsoft.com/office/drawing/2014/main" id="{767BF0DB-7432-4A8F-AD45-449544089765}"/>
                    </a:ext>
                  </a:extLst>
                </p:cNvPr>
                <p:cNvSpPr/>
                <p:nvPr/>
              </p:nvSpPr>
              <p:spPr>
                <a:xfrm>
                  <a:off x="3469891" y="3817357"/>
                  <a:ext cx="207780" cy="356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" h="13613" extrusionOk="0">
                      <a:moveTo>
                        <a:pt x="881" y="0"/>
                      </a:moveTo>
                      <a:cubicBezTo>
                        <a:pt x="884" y="0"/>
                        <a:pt x="886" y="0"/>
                        <a:pt x="888" y="0"/>
                      </a:cubicBezTo>
                      <a:lnTo>
                        <a:pt x="888" y="0"/>
                      </a:lnTo>
                      <a:cubicBezTo>
                        <a:pt x="891" y="0"/>
                        <a:pt x="893" y="0"/>
                        <a:pt x="896" y="0"/>
                      </a:cubicBezTo>
                      <a:close/>
                      <a:moveTo>
                        <a:pt x="888" y="0"/>
                      </a:moveTo>
                      <a:lnTo>
                        <a:pt x="888" y="0"/>
                      </a:lnTo>
                      <a:cubicBezTo>
                        <a:pt x="588" y="0"/>
                        <a:pt x="301" y="15"/>
                        <a:pt x="1" y="58"/>
                      </a:cubicBezTo>
                      <a:cubicBezTo>
                        <a:pt x="3393" y="491"/>
                        <a:pt x="5934" y="3378"/>
                        <a:pt x="5934" y="6799"/>
                      </a:cubicBezTo>
                      <a:cubicBezTo>
                        <a:pt x="5934" y="10220"/>
                        <a:pt x="3393" y="13107"/>
                        <a:pt x="1" y="13555"/>
                      </a:cubicBezTo>
                      <a:cubicBezTo>
                        <a:pt x="299" y="13594"/>
                        <a:pt x="595" y="13612"/>
                        <a:pt x="887" y="13612"/>
                      </a:cubicBezTo>
                      <a:cubicBezTo>
                        <a:pt x="4418" y="13612"/>
                        <a:pt x="7441" y="10873"/>
                        <a:pt x="7680" y="7247"/>
                      </a:cubicBezTo>
                      <a:cubicBezTo>
                        <a:pt x="7926" y="3323"/>
                        <a:pt x="4826" y="4"/>
                        <a:pt x="88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70" name="Google Shape;11968;p81">
                <a:extLst>
                  <a:ext uri="{FF2B5EF4-FFF2-40B4-BE49-F238E27FC236}">
                    <a16:creationId xmlns:a16="http://schemas.microsoft.com/office/drawing/2014/main" id="{8F821617-4A04-42F6-80EC-FB57086C70D6}"/>
                  </a:ext>
                </a:extLst>
              </p:cNvPr>
              <p:cNvGrpSpPr/>
              <p:nvPr/>
            </p:nvGrpSpPr>
            <p:grpSpPr>
              <a:xfrm>
                <a:off x="2661371" y="3230923"/>
                <a:ext cx="328392" cy="306130"/>
                <a:chOff x="3534508" y="1508000"/>
                <a:chExt cx="368502" cy="343521"/>
              </a:xfrm>
            </p:grpSpPr>
            <p:sp>
              <p:nvSpPr>
                <p:cNvPr id="73" name="Google Shape;11969;p81">
                  <a:extLst>
                    <a:ext uri="{FF2B5EF4-FFF2-40B4-BE49-F238E27FC236}">
                      <a16:creationId xmlns:a16="http://schemas.microsoft.com/office/drawing/2014/main" id="{1CF6837B-9A6B-4DC2-96F4-D715880E1849}"/>
                    </a:ext>
                  </a:extLst>
                </p:cNvPr>
                <p:cNvSpPr/>
                <p:nvPr/>
              </p:nvSpPr>
              <p:spPr>
                <a:xfrm>
                  <a:off x="3591984" y="1754322"/>
                  <a:ext cx="45719" cy="4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" h="1746" extrusionOk="0">
                      <a:moveTo>
                        <a:pt x="220" y="0"/>
                      </a:moveTo>
                      <a:cubicBezTo>
                        <a:pt x="96" y="0"/>
                        <a:pt x="0" y="95"/>
                        <a:pt x="0" y="219"/>
                      </a:cubicBezTo>
                      <a:lnTo>
                        <a:pt x="0" y="1526"/>
                      </a:lnTo>
                      <a:cubicBezTo>
                        <a:pt x="0" y="1650"/>
                        <a:pt x="96" y="1746"/>
                        <a:pt x="220" y="1746"/>
                      </a:cubicBezTo>
                      <a:lnTo>
                        <a:pt x="1527" y="1746"/>
                      </a:lnTo>
                      <a:cubicBezTo>
                        <a:pt x="1651" y="1746"/>
                        <a:pt x="1746" y="1650"/>
                        <a:pt x="1746" y="1526"/>
                      </a:cubicBezTo>
                      <a:lnTo>
                        <a:pt x="1746" y="219"/>
                      </a:lnTo>
                      <a:cubicBezTo>
                        <a:pt x="1746" y="95"/>
                        <a:pt x="1651" y="0"/>
                        <a:pt x="152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" name="Google Shape;11970;p81">
                  <a:extLst>
                    <a:ext uri="{FF2B5EF4-FFF2-40B4-BE49-F238E27FC236}">
                      <a16:creationId xmlns:a16="http://schemas.microsoft.com/office/drawing/2014/main" id="{DBBEC996-EAC9-4F92-B6D0-C8C5B7355B7A}"/>
                    </a:ext>
                  </a:extLst>
                </p:cNvPr>
                <p:cNvSpPr/>
                <p:nvPr/>
              </p:nvSpPr>
              <p:spPr>
                <a:xfrm>
                  <a:off x="3742600" y="1633897"/>
                  <a:ext cx="106940" cy="91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" h="3506" extrusionOk="0">
                      <a:moveTo>
                        <a:pt x="2338" y="1"/>
                      </a:moveTo>
                      <a:cubicBezTo>
                        <a:pt x="773" y="1"/>
                        <a:pt x="1" y="1890"/>
                        <a:pt x="1098" y="2987"/>
                      </a:cubicBezTo>
                      <a:cubicBezTo>
                        <a:pt x="1456" y="3345"/>
                        <a:pt x="1896" y="3506"/>
                        <a:pt x="2326" y="3506"/>
                      </a:cubicBezTo>
                      <a:cubicBezTo>
                        <a:pt x="3225" y="3506"/>
                        <a:pt x="4084" y="2807"/>
                        <a:pt x="4084" y="1756"/>
                      </a:cubicBezTo>
                      <a:cubicBezTo>
                        <a:pt x="4084" y="793"/>
                        <a:pt x="3302" y="10"/>
                        <a:pt x="2338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2" name="Google Shape;11971;p81">
                  <a:extLst>
                    <a:ext uri="{FF2B5EF4-FFF2-40B4-BE49-F238E27FC236}">
                      <a16:creationId xmlns:a16="http://schemas.microsoft.com/office/drawing/2014/main" id="{AAF039D2-4C95-43D9-A9E3-D74BD2277482}"/>
                    </a:ext>
                  </a:extLst>
                </p:cNvPr>
                <p:cNvSpPr/>
                <p:nvPr/>
              </p:nvSpPr>
              <p:spPr>
                <a:xfrm>
                  <a:off x="3753336" y="1671132"/>
                  <a:ext cx="100969" cy="54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6" h="2080" extrusionOk="0">
                      <a:moveTo>
                        <a:pt x="211" y="0"/>
                      </a:moveTo>
                      <a:cubicBezTo>
                        <a:pt x="1" y="1078"/>
                        <a:pt x="821" y="2080"/>
                        <a:pt x="1928" y="2080"/>
                      </a:cubicBezTo>
                      <a:cubicBezTo>
                        <a:pt x="3025" y="2080"/>
                        <a:pt x="3855" y="1078"/>
                        <a:pt x="3645" y="0"/>
                      </a:cubicBezTo>
                      <a:lnTo>
                        <a:pt x="3645" y="0"/>
                      </a:lnTo>
                      <a:cubicBezTo>
                        <a:pt x="3483" y="830"/>
                        <a:pt x="2768" y="1422"/>
                        <a:pt x="1928" y="1422"/>
                      </a:cubicBezTo>
                      <a:cubicBezTo>
                        <a:pt x="1088" y="1422"/>
                        <a:pt x="363" y="830"/>
                        <a:pt x="211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3" name="Google Shape;11972;p81">
                  <a:extLst>
                    <a:ext uri="{FF2B5EF4-FFF2-40B4-BE49-F238E27FC236}">
                      <a16:creationId xmlns:a16="http://schemas.microsoft.com/office/drawing/2014/main" id="{54A49A99-9FC4-4418-AD83-BF156D3C3558}"/>
                    </a:ext>
                  </a:extLst>
                </p:cNvPr>
                <p:cNvSpPr/>
                <p:nvPr/>
              </p:nvSpPr>
              <p:spPr>
                <a:xfrm>
                  <a:off x="3620446" y="1530990"/>
                  <a:ext cx="173388" cy="29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6" h="11367" extrusionOk="0">
                      <a:moveTo>
                        <a:pt x="5681" y="1"/>
                      </a:moveTo>
                      <a:cubicBezTo>
                        <a:pt x="5608" y="1"/>
                        <a:pt x="5542" y="38"/>
                        <a:pt x="5505" y="105"/>
                      </a:cubicBezTo>
                      <a:cubicBezTo>
                        <a:pt x="5085" y="773"/>
                        <a:pt x="4589" y="1384"/>
                        <a:pt x="4027" y="1927"/>
                      </a:cubicBezTo>
                      <a:cubicBezTo>
                        <a:pt x="3187" y="2748"/>
                        <a:pt x="1842" y="3721"/>
                        <a:pt x="220" y="3721"/>
                      </a:cubicBezTo>
                      <a:cubicBezTo>
                        <a:pt x="215" y="3721"/>
                        <a:pt x="210" y="3720"/>
                        <a:pt x="206" y="3720"/>
                      </a:cubicBezTo>
                      <a:cubicBezTo>
                        <a:pt x="97" y="3720"/>
                        <a:pt x="1" y="3821"/>
                        <a:pt x="1" y="3931"/>
                      </a:cubicBezTo>
                      <a:lnTo>
                        <a:pt x="1" y="7432"/>
                      </a:lnTo>
                      <a:cubicBezTo>
                        <a:pt x="1" y="7556"/>
                        <a:pt x="106" y="7651"/>
                        <a:pt x="220" y="7651"/>
                      </a:cubicBezTo>
                      <a:cubicBezTo>
                        <a:pt x="1842" y="7651"/>
                        <a:pt x="3187" y="8624"/>
                        <a:pt x="4027" y="9445"/>
                      </a:cubicBezTo>
                      <a:cubicBezTo>
                        <a:pt x="4589" y="9989"/>
                        <a:pt x="5085" y="10599"/>
                        <a:pt x="5496" y="11257"/>
                      </a:cubicBezTo>
                      <a:cubicBezTo>
                        <a:pt x="5541" y="11332"/>
                        <a:pt x="5614" y="11366"/>
                        <a:pt x="5686" y="11366"/>
                      </a:cubicBezTo>
                      <a:cubicBezTo>
                        <a:pt x="5797" y="11366"/>
                        <a:pt x="5906" y="11286"/>
                        <a:pt x="5906" y="11153"/>
                      </a:cubicBezTo>
                      <a:lnTo>
                        <a:pt x="5906" y="220"/>
                      </a:lnTo>
                      <a:cubicBezTo>
                        <a:pt x="5906" y="115"/>
                        <a:pt x="5839" y="29"/>
                        <a:pt x="5744" y="10"/>
                      </a:cubicBezTo>
                      <a:cubicBezTo>
                        <a:pt x="5723" y="4"/>
                        <a:pt x="5702" y="1"/>
                        <a:pt x="5681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4" name="Google Shape;11973;p81">
                  <a:extLst>
                    <a:ext uri="{FF2B5EF4-FFF2-40B4-BE49-F238E27FC236}">
                      <a16:creationId xmlns:a16="http://schemas.microsoft.com/office/drawing/2014/main" id="{FD06837B-442D-4351-B6C3-C0699E09C4B2}"/>
                    </a:ext>
                  </a:extLst>
                </p:cNvPr>
                <p:cNvSpPr/>
                <p:nvPr/>
              </p:nvSpPr>
              <p:spPr>
                <a:xfrm>
                  <a:off x="3620447" y="1708603"/>
                  <a:ext cx="154649" cy="120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6" h="4584" extrusionOk="0">
                      <a:moveTo>
                        <a:pt x="1" y="0"/>
                      </a:moveTo>
                      <a:lnTo>
                        <a:pt x="1" y="649"/>
                      </a:lnTo>
                      <a:cubicBezTo>
                        <a:pt x="1" y="773"/>
                        <a:pt x="106" y="868"/>
                        <a:pt x="220" y="868"/>
                      </a:cubicBezTo>
                      <a:cubicBezTo>
                        <a:pt x="1842" y="868"/>
                        <a:pt x="3187" y="1841"/>
                        <a:pt x="4027" y="2662"/>
                      </a:cubicBezTo>
                      <a:cubicBezTo>
                        <a:pt x="4589" y="3206"/>
                        <a:pt x="5085" y="3816"/>
                        <a:pt x="5496" y="4474"/>
                      </a:cubicBezTo>
                      <a:cubicBezTo>
                        <a:pt x="5541" y="4549"/>
                        <a:pt x="5614" y="4583"/>
                        <a:pt x="5686" y="4583"/>
                      </a:cubicBezTo>
                      <a:cubicBezTo>
                        <a:pt x="5797" y="4583"/>
                        <a:pt x="5906" y="4503"/>
                        <a:pt x="5906" y="4370"/>
                      </a:cubicBezTo>
                      <a:lnTo>
                        <a:pt x="5906" y="3272"/>
                      </a:lnTo>
                      <a:cubicBezTo>
                        <a:pt x="5906" y="3368"/>
                        <a:pt x="5849" y="3454"/>
                        <a:pt x="5763" y="3482"/>
                      </a:cubicBezTo>
                      <a:cubicBezTo>
                        <a:pt x="5740" y="3489"/>
                        <a:pt x="5716" y="3492"/>
                        <a:pt x="5694" y="3492"/>
                      </a:cubicBezTo>
                      <a:cubicBezTo>
                        <a:pt x="5614" y="3492"/>
                        <a:pt x="5540" y="3454"/>
                        <a:pt x="5496" y="3387"/>
                      </a:cubicBezTo>
                      <a:cubicBezTo>
                        <a:pt x="5496" y="3377"/>
                        <a:pt x="4952" y="2900"/>
                        <a:pt x="4027" y="2004"/>
                      </a:cubicBezTo>
                      <a:cubicBezTo>
                        <a:pt x="3187" y="1183"/>
                        <a:pt x="1842" y="210"/>
                        <a:pt x="220" y="210"/>
                      </a:cubicBezTo>
                      <a:cubicBezTo>
                        <a:pt x="96" y="210"/>
                        <a:pt x="1" y="115"/>
                        <a:pt x="1" y="0"/>
                      </a:cubicBezTo>
                      <a:close/>
                    </a:path>
                  </a:pathLst>
                </a:custGeom>
                <a:solidFill>
                  <a:srgbClr val="EEF1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5" name="Google Shape;11974;p81">
                  <a:extLst>
                    <a:ext uri="{FF2B5EF4-FFF2-40B4-BE49-F238E27FC236}">
                      <a16:creationId xmlns:a16="http://schemas.microsoft.com/office/drawing/2014/main" id="{E7F674FD-BE4D-4526-A931-5EE93CD00F0A}"/>
                    </a:ext>
                  </a:extLst>
                </p:cNvPr>
                <p:cNvSpPr/>
                <p:nvPr/>
              </p:nvSpPr>
              <p:spPr>
                <a:xfrm>
                  <a:off x="3763601" y="1508000"/>
                  <a:ext cx="45981" cy="343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3119" extrusionOk="0">
                      <a:moveTo>
                        <a:pt x="219" y="1"/>
                      </a:moveTo>
                      <a:cubicBezTo>
                        <a:pt x="105" y="1"/>
                        <a:pt x="0" y="96"/>
                        <a:pt x="0" y="220"/>
                      </a:cubicBezTo>
                      <a:lnTo>
                        <a:pt x="0" y="12908"/>
                      </a:lnTo>
                      <a:cubicBezTo>
                        <a:pt x="0" y="13023"/>
                        <a:pt x="105" y="13118"/>
                        <a:pt x="219" y="13118"/>
                      </a:cubicBezTo>
                      <a:lnTo>
                        <a:pt x="1536" y="13118"/>
                      </a:lnTo>
                      <a:cubicBezTo>
                        <a:pt x="1650" y="13118"/>
                        <a:pt x="1755" y="13023"/>
                        <a:pt x="1755" y="12908"/>
                      </a:cubicBezTo>
                      <a:lnTo>
                        <a:pt x="1755" y="220"/>
                      </a:lnTo>
                      <a:cubicBezTo>
                        <a:pt x="1755" y="96"/>
                        <a:pt x="1650" y="1"/>
                        <a:pt x="153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9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6" name="Google Shape;11975;p81">
                  <a:extLst>
                    <a:ext uri="{FF2B5EF4-FFF2-40B4-BE49-F238E27FC236}">
                      <a16:creationId xmlns:a16="http://schemas.microsoft.com/office/drawing/2014/main" id="{201CC3B6-0A47-4079-B168-CB509D2FC3EF}"/>
                    </a:ext>
                  </a:extLst>
                </p:cNvPr>
                <p:cNvSpPr/>
                <p:nvPr/>
              </p:nvSpPr>
              <p:spPr>
                <a:xfrm>
                  <a:off x="3763601" y="1823005"/>
                  <a:ext cx="45981" cy="28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089" extrusionOk="0">
                      <a:moveTo>
                        <a:pt x="0" y="1"/>
                      </a:moveTo>
                      <a:lnTo>
                        <a:pt x="0" y="869"/>
                      </a:lnTo>
                      <a:cubicBezTo>
                        <a:pt x="0" y="993"/>
                        <a:pt x="105" y="1088"/>
                        <a:pt x="219" y="1088"/>
                      </a:cubicBezTo>
                      <a:lnTo>
                        <a:pt x="1536" y="1088"/>
                      </a:lnTo>
                      <a:cubicBezTo>
                        <a:pt x="1650" y="1088"/>
                        <a:pt x="1755" y="993"/>
                        <a:pt x="1755" y="869"/>
                      </a:cubicBezTo>
                      <a:lnTo>
                        <a:pt x="1755" y="1"/>
                      </a:lnTo>
                      <a:cubicBezTo>
                        <a:pt x="1755" y="115"/>
                        <a:pt x="1650" y="220"/>
                        <a:pt x="1536" y="220"/>
                      </a:cubicBezTo>
                      <a:lnTo>
                        <a:pt x="219" y="220"/>
                      </a:lnTo>
                      <a:cubicBezTo>
                        <a:pt x="105" y="220"/>
                        <a:pt x="0" y="115"/>
                        <a:pt x="0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7" name="Google Shape;11976;p81">
                  <a:extLst>
                    <a:ext uri="{FF2B5EF4-FFF2-40B4-BE49-F238E27FC236}">
                      <a16:creationId xmlns:a16="http://schemas.microsoft.com/office/drawing/2014/main" id="{75AB4E72-4DE0-4F6A-8807-D2B76FD1A068}"/>
                    </a:ext>
                  </a:extLst>
                </p:cNvPr>
                <p:cNvSpPr/>
                <p:nvPr/>
              </p:nvSpPr>
              <p:spPr>
                <a:xfrm>
                  <a:off x="3534508" y="1628399"/>
                  <a:ext cx="46007" cy="10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3932" extrusionOk="0">
                      <a:moveTo>
                        <a:pt x="1098" y="1"/>
                      </a:moveTo>
                      <a:cubicBezTo>
                        <a:pt x="497" y="1"/>
                        <a:pt x="1" y="488"/>
                        <a:pt x="1" y="1089"/>
                      </a:cubicBezTo>
                      <a:lnTo>
                        <a:pt x="1" y="2834"/>
                      </a:lnTo>
                      <a:cubicBezTo>
                        <a:pt x="1" y="3445"/>
                        <a:pt x="497" y="3931"/>
                        <a:pt x="1098" y="3931"/>
                      </a:cubicBezTo>
                      <a:lnTo>
                        <a:pt x="1537" y="3931"/>
                      </a:lnTo>
                      <a:cubicBezTo>
                        <a:pt x="1661" y="3931"/>
                        <a:pt x="1756" y="3836"/>
                        <a:pt x="1756" y="3712"/>
                      </a:cubicBezTo>
                      <a:lnTo>
                        <a:pt x="1756" y="211"/>
                      </a:lnTo>
                      <a:cubicBezTo>
                        <a:pt x="1756" y="96"/>
                        <a:pt x="1661" y="1"/>
                        <a:pt x="153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8" name="Google Shape;11977;p81">
                  <a:extLst>
                    <a:ext uri="{FF2B5EF4-FFF2-40B4-BE49-F238E27FC236}">
                      <a16:creationId xmlns:a16="http://schemas.microsoft.com/office/drawing/2014/main" id="{03DDFA53-065E-4C75-A83C-F26D22310DFE}"/>
                    </a:ext>
                  </a:extLst>
                </p:cNvPr>
                <p:cNvSpPr/>
                <p:nvPr/>
              </p:nvSpPr>
              <p:spPr>
                <a:xfrm>
                  <a:off x="3534508" y="1633400"/>
                  <a:ext cx="46007" cy="97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" h="3741" extrusionOk="0">
                      <a:moveTo>
                        <a:pt x="468" y="1"/>
                      </a:moveTo>
                      <a:lnTo>
                        <a:pt x="468" y="1"/>
                      </a:lnTo>
                      <a:cubicBezTo>
                        <a:pt x="182" y="211"/>
                        <a:pt x="1" y="545"/>
                        <a:pt x="1" y="898"/>
                      </a:cubicBezTo>
                      <a:lnTo>
                        <a:pt x="1" y="2643"/>
                      </a:lnTo>
                      <a:cubicBezTo>
                        <a:pt x="1" y="3254"/>
                        <a:pt x="497" y="3740"/>
                        <a:pt x="1098" y="3740"/>
                      </a:cubicBezTo>
                      <a:lnTo>
                        <a:pt x="1537" y="3740"/>
                      </a:lnTo>
                      <a:cubicBezTo>
                        <a:pt x="1661" y="3740"/>
                        <a:pt x="1756" y="3645"/>
                        <a:pt x="1756" y="3521"/>
                      </a:cubicBezTo>
                      <a:lnTo>
                        <a:pt x="1756" y="3082"/>
                      </a:lnTo>
                      <a:lnTo>
                        <a:pt x="1098" y="3082"/>
                      </a:lnTo>
                      <a:cubicBezTo>
                        <a:pt x="736" y="3082"/>
                        <a:pt x="440" y="2786"/>
                        <a:pt x="440" y="2433"/>
                      </a:cubicBezTo>
                      <a:lnTo>
                        <a:pt x="440" y="239"/>
                      </a:lnTo>
                      <a:cubicBezTo>
                        <a:pt x="440" y="163"/>
                        <a:pt x="449" y="77"/>
                        <a:pt x="468" y="1"/>
                      </a:cubicBezTo>
                      <a:close/>
                    </a:path>
                  </a:pathLst>
                </a:custGeom>
                <a:solidFill>
                  <a:srgbClr val="FFD1A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9" name="Google Shape;11978;p81">
                  <a:extLst>
                    <a:ext uri="{FF2B5EF4-FFF2-40B4-BE49-F238E27FC236}">
                      <a16:creationId xmlns:a16="http://schemas.microsoft.com/office/drawing/2014/main" id="{36E1B53E-0950-4A66-A9C2-F12E8A20BE1C}"/>
                    </a:ext>
                  </a:extLst>
                </p:cNvPr>
                <p:cNvSpPr/>
                <p:nvPr/>
              </p:nvSpPr>
              <p:spPr>
                <a:xfrm>
                  <a:off x="3574728" y="1628163"/>
                  <a:ext cx="57240" cy="103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" h="3941" extrusionOk="0">
                      <a:moveTo>
                        <a:pt x="1" y="0"/>
                      </a:moveTo>
                      <a:lnTo>
                        <a:pt x="1" y="3940"/>
                      </a:lnTo>
                      <a:lnTo>
                        <a:pt x="2186" y="3940"/>
                      </a:lnTo>
                      <a:lnTo>
                        <a:pt x="2186" y="0"/>
                      </a:lnTo>
                      <a:close/>
                    </a:path>
                  </a:pathLst>
                </a:custGeom>
                <a:solidFill>
                  <a:schemeClr val="bg1">
                    <a:lumMod val="9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0" name="Google Shape;11979;p81">
                  <a:extLst>
                    <a:ext uri="{FF2B5EF4-FFF2-40B4-BE49-F238E27FC236}">
                      <a16:creationId xmlns:a16="http://schemas.microsoft.com/office/drawing/2014/main" id="{297FC21A-2FF6-4D81-BAA3-D0EA6915B28C}"/>
                    </a:ext>
                  </a:extLst>
                </p:cNvPr>
                <p:cNvSpPr/>
                <p:nvPr/>
              </p:nvSpPr>
              <p:spPr>
                <a:xfrm>
                  <a:off x="3574728" y="1714102"/>
                  <a:ext cx="57240" cy="17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" h="659" extrusionOk="0">
                      <a:moveTo>
                        <a:pt x="1" y="0"/>
                      </a:moveTo>
                      <a:lnTo>
                        <a:pt x="1" y="658"/>
                      </a:lnTo>
                      <a:lnTo>
                        <a:pt x="2186" y="658"/>
                      </a:lnTo>
                      <a:lnTo>
                        <a:pt x="2186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1" name="Google Shape;11980;p81">
                  <a:extLst>
                    <a:ext uri="{FF2B5EF4-FFF2-40B4-BE49-F238E27FC236}">
                      <a16:creationId xmlns:a16="http://schemas.microsoft.com/office/drawing/2014/main" id="{C6157158-A456-4A40-9ECD-6505CCE996E4}"/>
                    </a:ext>
                  </a:extLst>
                </p:cNvPr>
                <p:cNvSpPr/>
                <p:nvPr/>
              </p:nvSpPr>
              <p:spPr>
                <a:xfrm>
                  <a:off x="3574728" y="1731332"/>
                  <a:ext cx="57240" cy="9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" h="3502" extrusionOk="0">
                      <a:moveTo>
                        <a:pt x="1" y="0"/>
                      </a:moveTo>
                      <a:lnTo>
                        <a:pt x="1" y="3282"/>
                      </a:lnTo>
                      <a:cubicBezTo>
                        <a:pt x="1" y="3406"/>
                        <a:pt x="96" y="3502"/>
                        <a:pt x="220" y="3502"/>
                      </a:cubicBezTo>
                      <a:lnTo>
                        <a:pt x="1088" y="3502"/>
                      </a:lnTo>
                      <a:cubicBezTo>
                        <a:pt x="1193" y="3502"/>
                        <a:pt x="1279" y="3435"/>
                        <a:pt x="1308" y="3339"/>
                      </a:cubicBezTo>
                      <a:lnTo>
                        <a:pt x="2186" y="0"/>
                      </a:lnTo>
                      <a:close/>
                    </a:path>
                  </a:pathLst>
                </a:custGeom>
                <a:solidFill>
                  <a:schemeClr val="bg1">
                    <a:lumMod val="9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2" name="Google Shape;11981;p81">
                  <a:extLst>
                    <a:ext uri="{FF2B5EF4-FFF2-40B4-BE49-F238E27FC236}">
                      <a16:creationId xmlns:a16="http://schemas.microsoft.com/office/drawing/2014/main" id="{FF8FED2A-4B5A-45E6-B479-282364811864}"/>
                    </a:ext>
                  </a:extLst>
                </p:cNvPr>
                <p:cNvSpPr/>
                <p:nvPr/>
              </p:nvSpPr>
              <p:spPr>
                <a:xfrm>
                  <a:off x="3870514" y="1674118"/>
                  <a:ext cx="32496" cy="11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1" h="440" extrusionOk="0">
                      <a:moveTo>
                        <a:pt x="296" y="1"/>
                      </a:moveTo>
                      <a:cubicBezTo>
                        <a:pt x="0" y="1"/>
                        <a:pt x="0" y="440"/>
                        <a:pt x="296" y="440"/>
                      </a:cubicBezTo>
                      <a:lnTo>
                        <a:pt x="954" y="440"/>
                      </a:lnTo>
                      <a:cubicBezTo>
                        <a:pt x="1240" y="440"/>
                        <a:pt x="1240" y="1"/>
                        <a:pt x="954" y="1"/>
                      </a:cubicBezTo>
                      <a:close/>
                    </a:path>
                  </a:pathLst>
                </a:custGeom>
                <a:solidFill>
                  <a:srgbClr val="C2CE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3" name="Google Shape;11982;p81">
                  <a:extLst>
                    <a:ext uri="{FF2B5EF4-FFF2-40B4-BE49-F238E27FC236}">
                      <a16:creationId xmlns:a16="http://schemas.microsoft.com/office/drawing/2014/main" id="{A67C91BD-7D8E-489A-85C9-0576E285976B}"/>
                    </a:ext>
                  </a:extLst>
                </p:cNvPr>
                <p:cNvSpPr/>
                <p:nvPr/>
              </p:nvSpPr>
              <p:spPr>
                <a:xfrm>
                  <a:off x="3848781" y="1609493"/>
                  <a:ext cx="27232" cy="2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" h="895" extrusionOk="0">
                      <a:moveTo>
                        <a:pt x="741" y="0"/>
                      </a:moveTo>
                      <a:cubicBezTo>
                        <a:pt x="695" y="0"/>
                        <a:pt x="646" y="17"/>
                        <a:pt x="601" y="55"/>
                      </a:cubicBezTo>
                      <a:lnTo>
                        <a:pt x="134" y="523"/>
                      </a:lnTo>
                      <a:cubicBezTo>
                        <a:pt x="0" y="656"/>
                        <a:pt x="96" y="885"/>
                        <a:pt x="286" y="895"/>
                      </a:cubicBezTo>
                      <a:cubicBezTo>
                        <a:pt x="353" y="895"/>
                        <a:pt x="401" y="866"/>
                        <a:pt x="449" y="828"/>
                      </a:cubicBezTo>
                      <a:lnTo>
                        <a:pt x="906" y="360"/>
                      </a:lnTo>
                      <a:cubicBezTo>
                        <a:pt x="1040" y="198"/>
                        <a:pt x="903" y="0"/>
                        <a:pt x="741" y="0"/>
                      </a:cubicBezTo>
                      <a:close/>
                    </a:path>
                  </a:pathLst>
                </a:custGeom>
                <a:solidFill>
                  <a:srgbClr val="C2CE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4" name="Google Shape;11983;p81">
                  <a:extLst>
                    <a:ext uri="{FF2B5EF4-FFF2-40B4-BE49-F238E27FC236}">
                      <a16:creationId xmlns:a16="http://schemas.microsoft.com/office/drawing/2014/main" id="{B19C2CCD-D8C1-48D9-9C0C-46CC9EE05E37}"/>
                    </a:ext>
                  </a:extLst>
                </p:cNvPr>
                <p:cNvSpPr/>
                <p:nvPr/>
              </p:nvSpPr>
              <p:spPr>
                <a:xfrm>
                  <a:off x="3848231" y="1726618"/>
                  <a:ext cx="27808" cy="23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" h="906" extrusionOk="0">
                      <a:moveTo>
                        <a:pt x="317" y="1"/>
                      </a:moveTo>
                      <a:cubicBezTo>
                        <a:pt x="146" y="1"/>
                        <a:pt x="0" y="219"/>
                        <a:pt x="155" y="381"/>
                      </a:cubicBezTo>
                      <a:lnTo>
                        <a:pt x="622" y="839"/>
                      </a:lnTo>
                      <a:cubicBezTo>
                        <a:pt x="660" y="886"/>
                        <a:pt x="718" y="905"/>
                        <a:pt x="775" y="905"/>
                      </a:cubicBezTo>
                      <a:cubicBezTo>
                        <a:pt x="966" y="905"/>
                        <a:pt x="1061" y="667"/>
                        <a:pt x="927" y="533"/>
                      </a:cubicBezTo>
                      <a:lnTo>
                        <a:pt x="470" y="66"/>
                      </a:lnTo>
                      <a:cubicBezTo>
                        <a:pt x="421" y="20"/>
                        <a:pt x="368" y="1"/>
                        <a:pt x="317" y="1"/>
                      </a:cubicBezTo>
                      <a:close/>
                    </a:path>
                  </a:pathLst>
                </a:custGeom>
                <a:solidFill>
                  <a:srgbClr val="C2CE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137" name="Google Shape;1407;p64">
            <a:extLst>
              <a:ext uri="{FF2B5EF4-FFF2-40B4-BE49-F238E27FC236}">
                <a16:creationId xmlns:a16="http://schemas.microsoft.com/office/drawing/2014/main" id="{44B5586D-B3DF-4E33-AFFB-5EEF0295E051}"/>
              </a:ext>
            </a:extLst>
          </p:cNvPr>
          <p:cNvSpPr/>
          <p:nvPr/>
        </p:nvSpPr>
        <p:spPr>
          <a:xfrm>
            <a:off x="500070" y="3390153"/>
            <a:ext cx="1120970" cy="352424"/>
          </a:xfrm>
          <a:custGeom>
            <a:avLst/>
            <a:gdLst/>
            <a:ahLst/>
            <a:cxnLst/>
            <a:rect l="l" t="t" r="r" b="b"/>
            <a:pathLst>
              <a:path w="24940" h="8540" extrusionOk="0">
                <a:moveTo>
                  <a:pt x="21687" y="0"/>
                </a:moveTo>
                <a:cubicBezTo>
                  <a:pt x="21506" y="0"/>
                  <a:pt x="21341" y="2"/>
                  <a:pt x="21211" y="5"/>
                </a:cubicBezTo>
                <a:lnTo>
                  <a:pt x="17533" y="55"/>
                </a:lnTo>
                <a:cubicBezTo>
                  <a:pt x="12793" y="138"/>
                  <a:pt x="8004" y="5"/>
                  <a:pt x="3282" y="353"/>
                </a:cubicBezTo>
                <a:cubicBezTo>
                  <a:pt x="2470" y="403"/>
                  <a:pt x="1426" y="353"/>
                  <a:pt x="779" y="933"/>
                </a:cubicBezTo>
                <a:cubicBezTo>
                  <a:pt x="0" y="1646"/>
                  <a:pt x="150" y="3021"/>
                  <a:pt x="166" y="3982"/>
                </a:cubicBezTo>
                <a:cubicBezTo>
                  <a:pt x="183" y="5722"/>
                  <a:pt x="50" y="8141"/>
                  <a:pt x="2287" y="8324"/>
                </a:cubicBezTo>
                <a:cubicBezTo>
                  <a:pt x="4238" y="8482"/>
                  <a:pt x="6211" y="8540"/>
                  <a:pt x="8188" y="8540"/>
                </a:cubicBezTo>
                <a:cubicBezTo>
                  <a:pt x="10982" y="8540"/>
                  <a:pt x="13783" y="8424"/>
                  <a:pt x="16538" y="8307"/>
                </a:cubicBezTo>
                <a:cubicBezTo>
                  <a:pt x="17897" y="8257"/>
                  <a:pt x="19256" y="8175"/>
                  <a:pt x="20615" y="8092"/>
                </a:cubicBezTo>
                <a:cubicBezTo>
                  <a:pt x="21626" y="8025"/>
                  <a:pt x="23067" y="8191"/>
                  <a:pt x="23979" y="7694"/>
                </a:cubicBezTo>
                <a:cubicBezTo>
                  <a:pt x="24923" y="7164"/>
                  <a:pt x="24774" y="5937"/>
                  <a:pt x="24807" y="5009"/>
                </a:cubicBezTo>
                <a:cubicBezTo>
                  <a:pt x="24840" y="3684"/>
                  <a:pt x="24874" y="2358"/>
                  <a:pt x="24923" y="1032"/>
                </a:cubicBezTo>
                <a:cubicBezTo>
                  <a:pt x="24940" y="88"/>
                  <a:pt x="23399" y="22"/>
                  <a:pt x="23399" y="22"/>
                </a:cubicBezTo>
                <a:cubicBezTo>
                  <a:pt x="23399" y="22"/>
                  <a:pt x="22412" y="0"/>
                  <a:pt x="216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Roboto Slab Medium"/>
                <a:ea typeface="Roboto Slab Medium"/>
                <a:cs typeface="Roboto Slab Medium"/>
                <a:sym typeface="Roboto Slab Medium"/>
              </a:rPr>
              <a:t>Questions</a:t>
            </a:r>
            <a:endParaRPr lang="fr-FR" dirty="0">
              <a:solidFill>
                <a:schemeClr val="bg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8" name="Google Shape;1411;p64">
            <a:extLst>
              <a:ext uri="{FF2B5EF4-FFF2-40B4-BE49-F238E27FC236}">
                <a16:creationId xmlns:a16="http://schemas.microsoft.com/office/drawing/2014/main" id="{2E662A6B-483A-4574-92B0-7D3F55C5F324}"/>
              </a:ext>
            </a:extLst>
          </p:cNvPr>
          <p:cNvSpPr/>
          <p:nvPr/>
        </p:nvSpPr>
        <p:spPr>
          <a:xfrm rot="6237839">
            <a:off x="3679097" y="1265128"/>
            <a:ext cx="677770" cy="872680"/>
          </a:xfrm>
          <a:custGeom>
            <a:avLst/>
            <a:gdLst/>
            <a:ahLst/>
            <a:cxnLst/>
            <a:rect l="l" t="t" r="r" b="b"/>
            <a:pathLst>
              <a:path w="24957" h="32134" extrusionOk="0">
                <a:moveTo>
                  <a:pt x="21809" y="1"/>
                </a:moveTo>
                <a:cubicBezTo>
                  <a:pt x="21721" y="1"/>
                  <a:pt x="21632" y="12"/>
                  <a:pt x="21543" y="36"/>
                </a:cubicBezTo>
                <a:cubicBezTo>
                  <a:pt x="15263" y="1892"/>
                  <a:pt x="9778" y="5786"/>
                  <a:pt x="5950" y="11089"/>
                </a:cubicBezTo>
                <a:cubicBezTo>
                  <a:pt x="1840" y="16823"/>
                  <a:pt x="1" y="24097"/>
                  <a:pt x="763" y="31107"/>
                </a:cubicBezTo>
                <a:cubicBezTo>
                  <a:pt x="835" y="31695"/>
                  <a:pt x="1229" y="32134"/>
                  <a:pt x="1796" y="32134"/>
                </a:cubicBezTo>
                <a:cubicBezTo>
                  <a:pt x="1884" y="32134"/>
                  <a:pt x="1976" y="32123"/>
                  <a:pt x="2072" y="32101"/>
                </a:cubicBezTo>
                <a:cubicBezTo>
                  <a:pt x="4773" y="31471"/>
                  <a:pt x="7458" y="31007"/>
                  <a:pt x="10192" y="30543"/>
                </a:cubicBezTo>
                <a:cubicBezTo>
                  <a:pt x="10540" y="30494"/>
                  <a:pt x="10904" y="30394"/>
                  <a:pt x="11219" y="30212"/>
                </a:cubicBezTo>
                <a:cubicBezTo>
                  <a:pt x="11667" y="29930"/>
                  <a:pt x="11865" y="29085"/>
                  <a:pt x="11832" y="28571"/>
                </a:cubicBezTo>
                <a:cubicBezTo>
                  <a:pt x="11219" y="20452"/>
                  <a:pt x="16340" y="13011"/>
                  <a:pt x="24145" y="10691"/>
                </a:cubicBezTo>
                <a:cubicBezTo>
                  <a:pt x="24526" y="10575"/>
                  <a:pt x="24957" y="10145"/>
                  <a:pt x="24907" y="9697"/>
                </a:cubicBezTo>
                <a:cubicBezTo>
                  <a:pt x="24509" y="6648"/>
                  <a:pt x="23813" y="3649"/>
                  <a:pt x="22819" y="765"/>
                </a:cubicBezTo>
                <a:cubicBezTo>
                  <a:pt x="22680" y="307"/>
                  <a:pt x="22262" y="1"/>
                  <a:pt x="218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C40D3898-C0DE-4069-A6E1-6B0713907156}"/>
              </a:ext>
            </a:extLst>
          </p:cNvPr>
          <p:cNvGrpSpPr/>
          <p:nvPr/>
        </p:nvGrpSpPr>
        <p:grpSpPr>
          <a:xfrm>
            <a:off x="2994444" y="2845484"/>
            <a:ext cx="1120970" cy="867730"/>
            <a:chOff x="3414217" y="3161961"/>
            <a:chExt cx="1120970" cy="867730"/>
          </a:xfrm>
        </p:grpSpPr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984D88A8-8611-4933-A5C5-1646FEE28A38}"/>
                </a:ext>
              </a:extLst>
            </p:cNvPr>
            <p:cNvGrpSpPr/>
            <p:nvPr/>
          </p:nvGrpSpPr>
          <p:grpSpPr>
            <a:xfrm>
              <a:off x="3746323" y="3161961"/>
              <a:ext cx="456757" cy="448252"/>
              <a:chOff x="3350499" y="3161961"/>
              <a:chExt cx="456757" cy="448252"/>
            </a:xfrm>
          </p:grpSpPr>
          <p:grpSp>
            <p:nvGrpSpPr>
              <p:cNvPr id="142" name="Google Shape;1455;p64">
                <a:extLst>
                  <a:ext uri="{FF2B5EF4-FFF2-40B4-BE49-F238E27FC236}">
                    <a16:creationId xmlns:a16="http://schemas.microsoft.com/office/drawing/2014/main" id="{044C0DC6-05F6-4878-8EF3-7E1EFBDCE37A}"/>
                  </a:ext>
                </a:extLst>
              </p:cNvPr>
              <p:cNvGrpSpPr/>
              <p:nvPr/>
            </p:nvGrpSpPr>
            <p:grpSpPr>
              <a:xfrm>
                <a:off x="3350499" y="3161961"/>
                <a:ext cx="456757" cy="448252"/>
                <a:chOff x="3763184" y="3817357"/>
                <a:chExt cx="363313" cy="356576"/>
              </a:xfrm>
            </p:grpSpPr>
            <p:sp>
              <p:nvSpPr>
                <p:cNvPr id="151" name="Google Shape;1456;p64">
                  <a:extLst>
                    <a:ext uri="{FF2B5EF4-FFF2-40B4-BE49-F238E27FC236}">
                      <a16:creationId xmlns:a16="http://schemas.microsoft.com/office/drawing/2014/main" id="{8512E32B-A6EF-423D-A551-14F9B7F11339}"/>
                    </a:ext>
                  </a:extLst>
                </p:cNvPr>
                <p:cNvSpPr/>
                <p:nvPr/>
              </p:nvSpPr>
              <p:spPr>
                <a:xfrm>
                  <a:off x="3763184" y="3817357"/>
                  <a:ext cx="356865" cy="356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599" extrusionOk="0">
                      <a:moveTo>
                        <a:pt x="6814" y="0"/>
                      </a:moveTo>
                      <a:cubicBezTo>
                        <a:pt x="3046" y="0"/>
                        <a:pt x="0" y="3046"/>
                        <a:pt x="0" y="6799"/>
                      </a:cubicBezTo>
                      <a:cubicBezTo>
                        <a:pt x="0" y="10552"/>
                        <a:pt x="3046" y="13598"/>
                        <a:pt x="6814" y="13598"/>
                      </a:cubicBezTo>
                      <a:cubicBezTo>
                        <a:pt x="10567" y="13598"/>
                        <a:pt x="13613" y="10552"/>
                        <a:pt x="13613" y="6799"/>
                      </a:cubicBezTo>
                      <a:cubicBezTo>
                        <a:pt x="13613" y="3046"/>
                        <a:pt x="10567" y="0"/>
                        <a:pt x="681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2" name="Google Shape;1457;p64">
                  <a:extLst>
                    <a:ext uri="{FF2B5EF4-FFF2-40B4-BE49-F238E27FC236}">
                      <a16:creationId xmlns:a16="http://schemas.microsoft.com/office/drawing/2014/main" id="{D25A6F8D-7C21-4FB7-8036-CCB1797359C0}"/>
                    </a:ext>
                  </a:extLst>
                </p:cNvPr>
                <p:cNvSpPr/>
                <p:nvPr/>
              </p:nvSpPr>
              <p:spPr>
                <a:xfrm>
                  <a:off x="3918324" y="3817357"/>
                  <a:ext cx="208173" cy="356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1" h="13602" extrusionOk="0">
                      <a:moveTo>
                        <a:pt x="896" y="0"/>
                      </a:moveTo>
                      <a:cubicBezTo>
                        <a:pt x="593" y="0"/>
                        <a:pt x="304" y="15"/>
                        <a:pt x="1" y="58"/>
                      </a:cubicBezTo>
                      <a:cubicBezTo>
                        <a:pt x="3393" y="505"/>
                        <a:pt x="5919" y="3378"/>
                        <a:pt x="5919" y="6799"/>
                      </a:cubicBezTo>
                      <a:cubicBezTo>
                        <a:pt x="5919" y="10220"/>
                        <a:pt x="3393" y="13093"/>
                        <a:pt x="1" y="13541"/>
                      </a:cubicBezTo>
                      <a:cubicBezTo>
                        <a:pt x="306" y="13581"/>
                        <a:pt x="610" y="13601"/>
                        <a:pt x="909" y="13601"/>
                      </a:cubicBezTo>
                      <a:cubicBezTo>
                        <a:pt x="4431" y="13601"/>
                        <a:pt x="7441" y="10865"/>
                        <a:pt x="7681" y="7247"/>
                      </a:cubicBezTo>
                      <a:cubicBezTo>
                        <a:pt x="7940" y="3320"/>
                        <a:pt x="4822" y="0"/>
                        <a:pt x="8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143" name="Google Shape;7152;p78">
                <a:extLst>
                  <a:ext uri="{FF2B5EF4-FFF2-40B4-BE49-F238E27FC236}">
                    <a16:creationId xmlns:a16="http://schemas.microsoft.com/office/drawing/2014/main" id="{999C7808-54E5-47E5-ACD2-2057B557D334}"/>
                  </a:ext>
                </a:extLst>
              </p:cNvPr>
              <p:cNvGrpSpPr/>
              <p:nvPr/>
            </p:nvGrpSpPr>
            <p:grpSpPr>
              <a:xfrm>
                <a:off x="3409899" y="3258683"/>
                <a:ext cx="321116" cy="296049"/>
                <a:chOff x="7385600" y="4177035"/>
                <a:chExt cx="388728" cy="358383"/>
              </a:xfrm>
            </p:grpSpPr>
            <p:sp>
              <p:nvSpPr>
                <p:cNvPr id="144" name="Google Shape;7153;p78">
                  <a:extLst>
                    <a:ext uri="{FF2B5EF4-FFF2-40B4-BE49-F238E27FC236}">
                      <a16:creationId xmlns:a16="http://schemas.microsoft.com/office/drawing/2014/main" id="{1D60D730-D8DF-46BB-B78C-AF6F78B2D84F}"/>
                    </a:ext>
                  </a:extLst>
                </p:cNvPr>
                <p:cNvSpPr/>
                <p:nvPr/>
              </p:nvSpPr>
              <p:spPr>
                <a:xfrm>
                  <a:off x="7385600" y="4314808"/>
                  <a:ext cx="230541" cy="220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8397" extrusionOk="0">
                      <a:moveTo>
                        <a:pt x="6790" y="0"/>
                      </a:moveTo>
                      <a:cubicBezTo>
                        <a:pt x="6786" y="0"/>
                        <a:pt x="6781" y="0"/>
                        <a:pt x="6777" y="0"/>
                      </a:cubicBezTo>
                      <a:lnTo>
                        <a:pt x="1942" y="35"/>
                      </a:lnTo>
                      <a:cubicBezTo>
                        <a:pt x="867" y="49"/>
                        <a:pt x="0" y="923"/>
                        <a:pt x="7" y="1998"/>
                      </a:cubicBezTo>
                      <a:lnTo>
                        <a:pt x="35" y="4939"/>
                      </a:lnTo>
                      <a:cubicBezTo>
                        <a:pt x="42" y="6017"/>
                        <a:pt x="916" y="6874"/>
                        <a:pt x="1985" y="6874"/>
                      </a:cubicBezTo>
                      <a:cubicBezTo>
                        <a:pt x="1989" y="6874"/>
                        <a:pt x="1994" y="6874"/>
                        <a:pt x="1998" y="6874"/>
                      </a:cubicBezTo>
                      <a:lnTo>
                        <a:pt x="4474" y="6860"/>
                      </a:lnTo>
                      <a:cubicBezTo>
                        <a:pt x="4478" y="6860"/>
                        <a:pt x="4481" y="6859"/>
                        <a:pt x="4485" y="6859"/>
                      </a:cubicBezTo>
                      <a:cubicBezTo>
                        <a:pt x="4522" y="6859"/>
                        <a:pt x="4551" y="6892"/>
                        <a:pt x="4557" y="6930"/>
                      </a:cubicBezTo>
                      <a:cubicBezTo>
                        <a:pt x="4613" y="7172"/>
                        <a:pt x="4738" y="8005"/>
                        <a:pt x="3982" y="8248"/>
                      </a:cubicBezTo>
                      <a:cubicBezTo>
                        <a:pt x="3919" y="8261"/>
                        <a:pt x="3919" y="8352"/>
                        <a:pt x="3989" y="8359"/>
                      </a:cubicBezTo>
                      <a:cubicBezTo>
                        <a:pt x="4102" y="8379"/>
                        <a:pt x="4244" y="8397"/>
                        <a:pt x="4399" y="8397"/>
                      </a:cubicBezTo>
                      <a:cubicBezTo>
                        <a:pt x="4974" y="8397"/>
                        <a:pt x="5715" y="8155"/>
                        <a:pt x="5737" y="6937"/>
                      </a:cubicBezTo>
                      <a:cubicBezTo>
                        <a:pt x="5737" y="6888"/>
                        <a:pt x="5771" y="6846"/>
                        <a:pt x="5820" y="6846"/>
                      </a:cubicBezTo>
                      <a:lnTo>
                        <a:pt x="6832" y="6839"/>
                      </a:lnTo>
                      <a:cubicBezTo>
                        <a:pt x="7908" y="6826"/>
                        <a:pt x="8775" y="5952"/>
                        <a:pt x="8768" y="4877"/>
                      </a:cubicBezTo>
                      <a:lnTo>
                        <a:pt x="8747" y="1936"/>
                      </a:lnTo>
                      <a:cubicBezTo>
                        <a:pt x="8733" y="858"/>
                        <a:pt x="7859" y="0"/>
                        <a:pt x="6790" y="0"/>
                      </a:cubicBezTo>
                      <a:close/>
                    </a:path>
                  </a:pathLst>
                </a:custGeom>
                <a:solidFill>
                  <a:srgbClr val="FFEA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5" name="Google Shape;7154;p78">
                  <a:extLst>
                    <a:ext uri="{FF2B5EF4-FFF2-40B4-BE49-F238E27FC236}">
                      <a16:creationId xmlns:a16="http://schemas.microsoft.com/office/drawing/2014/main" id="{9AE211EE-ED54-426A-81F2-215EA0F01515}"/>
                    </a:ext>
                  </a:extLst>
                </p:cNvPr>
                <p:cNvSpPr/>
                <p:nvPr/>
              </p:nvSpPr>
              <p:spPr>
                <a:xfrm>
                  <a:off x="7541212" y="4315176"/>
                  <a:ext cx="74561" cy="179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8" h="6840" extrusionOk="0">
                      <a:moveTo>
                        <a:pt x="1" y="0"/>
                      </a:moveTo>
                      <a:cubicBezTo>
                        <a:pt x="1076" y="7"/>
                        <a:pt x="1943" y="881"/>
                        <a:pt x="1950" y="1956"/>
                      </a:cubicBezTo>
                      <a:lnTo>
                        <a:pt x="1950" y="4890"/>
                      </a:lnTo>
                      <a:cubicBezTo>
                        <a:pt x="1943" y="5965"/>
                        <a:pt x="1076" y="6839"/>
                        <a:pt x="1" y="6839"/>
                      </a:cubicBezTo>
                      <a:lnTo>
                        <a:pt x="889" y="6839"/>
                      </a:lnTo>
                      <a:cubicBezTo>
                        <a:pt x="1964" y="6839"/>
                        <a:pt x="2838" y="5965"/>
                        <a:pt x="2838" y="4890"/>
                      </a:cubicBezTo>
                      <a:lnTo>
                        <a:pt x="2838" y="1956"/>
                      </a:lnTo>
                      <a:cubicBezTo>
                        <a:pt x="2838" y="881"/>
                        <a:pt x="1964" y="7"/>
                        <a:pt x="889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6" name="Google Shape;7155;p78">
                  <a:extLst>
                    <a:ext uri="{FF2B5EF4-FFF2-40B4-BE49-F238E27FC236}">
                      <a16:creationId xmlns:a16="http://schemas.microsoft.com/office/drawing/2014/main" id="{BA287789-EDBA-4D49-A278-E7A31CA12FAE}"/>
                    </a:ext>
                  </a:extLst>
                </p:cNvPr>
                <p:cNvSpPr/>
                <p:nvPr/>
              </p:nvSpPr>
              <p:spPr>
                <a:xfrm>
                  <a:off x="7435334" y="4177035"/>
                  <a:ext cx="338994" cy="281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3" h="10696" extrusionOk="0">
                      <a:moveTo>
                        <a:pt x="1908" y="1"/>
                      </a:moveTo>
                      <a:cubicBezTo>
                        <a:pt x="854" y="1"/>
                        <a:pt x="1" y="854"/>
                        <a:pt x="1" y="1908"/>
                      </a:cubicBezTo>
                      <a:lnTo>
                        <a:pt x="1" y="6285"/>
                      </a:lnTo>
                      <a:cubicBezTo>
                        <a:pt x="1" y="7339"/>
                        <a:pt x="854" y="8192"/>
                        <a:pt x="1908" y="8192"/>
                      </a:cubicBezTo>
                      <a:lnTo>
                        <a:pt x="7797" y="8192"/>
                      </a:lnTo>
                      <a:cubicBezTo>
                        <a:pt x="7922" y="8192"/>
                        <a:pt x="8019" y="8303"/>
                        <a:pt x="8005" y="8428"/>
                      </a:cubicBezTo>
                      <a:cubicBezTo>
                        <a:pt x="7926" y="9062"/>
                        <a:pt x="7891" y="10695"/>
                        <a:pt x="9647" y="10695"/>
                      </a:cubicBezTo>
                      <a:cubicBezTo>
                        <a:pt x="9735" y="10695"/>
                        <a:pt x="9829" y="10691"/>
                        <a:pt x="9927" y="10682"/>
                      </a:cubicBezTo>
                      <a:cubicBezTo>
                        <a:pt x="9996" y="10675"/>
                        <a:pt x="10017" y="10585"/>
                        <a:pt x="9961" y="10551"/>
                      </a:cubicBezTo>
                      <a:cubicBezTo>
                        <a:pt x="9559" y="10322"/>
                        <a:pt x="8796" y="9684"/>
                        <a:pt x="9344" y="8331"/>
                      </a:cubicBezTo>
                      <a:cubicBezTo>
                        <a:pt x="9379" y="8255"/>
                        <a:pt x="9455" y="8206"/>
                        <a:pt x="9538" y="8206"/>
                      </a:cubicBezTo>
                      <a:lnTo>
                        <a:pt x="10995" y="8206"/>
                      </a:lnTo>
                      <a:cubicBezTo>
                        <a:pt x="12049" y="8206"/>
                        <a:pt x="12902" y="7353"/>
                        <a:pt x="12902" y="6299"/>
                      </a:cubicBezTo>
                      <a:lnTo>
                        <a:pt x="12902" y="1908"/>
                      </a:lnTo>
                      <a:cubicBezTo>
                        <a:pt x="12902" y="854"/>
                        <a:pt x="12049" y="1"/>
                        <a:pt x="10995" y="1"/>
                      </a:cubicBezTo>
                      <a:close/>
                    </a:path>
                  </a:pathLst>
                </a:custGeom>
                <a:solidFill>
                  <a:srgbClr val="F1F4F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7" name="Google Shape;7156;p78">
                  <a:extLst>
                    <a:ext uri="{FF2B5EF4-FFF2-40B4-BE49-F238E27FC236}">
                      <a16:creationId xmlns:a16="http://schemas.microsoft.com/office/drawing/2014/main" id="{D787608B-BC34-4FCD-8F81-4D1851BD0ECB}"/>
                    </a:ext>
                  </a:extLst>
                </p:cNvPr>
                <p:cNvSpPr/>
                <p:nvPr/>
              </p:nvSpPr>
              <p:spPr>
                <a:xfrm>
                  <a:off x="7700843" y="4177035"/>
                  <a:ext cx="73484" cy="215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7" h="8207" extrusionOk="0">
                      <a:moveTo>
                        <a:pt x="889" y="1"/>
                      </a:moveTo>
                      <a:lnTo>
                        <a:pt x="889" y="8"/>
                      </a:lnTo>
                      <a:lnTo>
                        <a:pt x="1" y="8"/>
                      </a:lnTo>
                      <a:cubicBezTo>
                        <a:pt x="1048" y="8"/>
                        <a:pt x="1908" y="861"/>
                        <a:pt x="1908" y="1915"/>
                      </a:cubicBezTo>
                      <a:lnTo>
                        <a:pt x="1908" y="6299"/>
                      </a:lnTo>
                      <a:cubicBezTo>
                        <a:pt x="1908" y="7353"/>
                        <a:pt x="1048" y="8206"/>
                        <a:pt x="1" y="8206"/>
                      </a:cubicBezTo>
                      <a:lnTo>
                        <a:pt x="889" y="8206"/>
                      </a:lnTo>
                      <a:cubicBezTo>
                        <a:pt x="1943" y="8206"/>
                        <a:pt x="2796" y="7353"/>
                        <a:pt x="2796" y="6299"/>
                      </a:cubicBezTo>
                      <a:lnTo>
                        <a:pt x="2796" y="1908"/>
                      </a:lnTo>
                      <a:cubicBezTo>
                        <a:pt x="2796" y="854"/>
                        <a:pt x="1943" y="1"/>
                        <a:pt x="889" y="1"/>
                      </a:cubicBezTo>
                      <a:close/>
                    </a:path>
                  </a:pathLst>
                </a:custGeom>
                <a:solidFill>
                  <a:schemeClr val="accent6">
                    <a:lumMod val="8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8" name="Google Shape;7157;p78">
                  <a:extLst>
                    <a:ext uri="{FF2B5EF4-FFF2-40B4-BE49-F238E27FC236}">
                      <a16:creationId xmlns:a16="http://schemas.microsoft.com/office/drawing/2014/main" id="{D5261BF1-2372-4840-B500-0AA50FE1D75E}"/>
                    </a:ext>
                  </a:extLst>
                </p:cNvPr>
                <p:cNvSpPr/>
                <p:nvPr/>
              </p:nvSpPr>
              <p:spPr>
                <a:xfrm>
                  <a:off x="7516069" y="4261764"/>
                  <a:ext cx="28085" cy="28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" h="1070" extrusionOk="0">
                      <a:moveTo>
                        <a:pt x="535" y="1"/>
                      </a:moveTo>
                      <a:cubicBezTo>
                        <a:pt x="236" y="1"/>
                        <a:pt x="1" y="244"/>
                        <a:pt x="1" y="535"/>
                      </a:cubicBezTo>
                      <a:cubicBezTo>
                        <a:pt x="1" y="833"/>
                        <a:pt x="236" y="1069"/>
                        <a:pt x="535" y="1069"/>
                      </a:cubicBezTo>
                      <a:cubicBezTo>
                        <a:pt x="826" y="1069"/>
                        <a:pt x="1069" y="833"/>
                        <a:pt x="1069" y="535"/>
                      </a:cubicBezTo>
                      <a:cubicBezTo>
                        <a:pt x="1069" y="244"/>
                        <a:pt x="826" y="1"/>
                        <a:pt x="535" y="1"/>
                      </a:cubicBezTo>
                      <a:close/>
                    </a:path>
                  </a:pathLst>
                </a:custGeom>
                <a:solidFill>
                  <a:srgbClr val="5769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9" name="Google Shape;7158;p78">
                  <a:extLst>
                    <a:ext uri="{FF2B5EF4-FFF2-40B4-BE49-F238E27FC236}">
                      <a16:creationId xmlns:a16="http://schemas.microsoft.com/office/drawing/2014/main" id="{C8E8B4E1-E680-498F-BB1A-D6B50FD73283}"/>
                    </a:ext>
                  </a:extLst>
                </p:cNvPr>
                <p:cNvSpPr/>
                <p:nvPr/>
              </p:nvSpPr>
              <p:spPr>
                <a:xfrm>
                  <a:off x="7586059" y="4261764"/>
                  <a:ext cx="28085" cy="28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" h="1070" extrusionOk="0">
                      <a:moveTo>
                        <a:pt x="534" y="1"/>
                      </a:moveTo>
                      <a:cubicBezTo>
                        <a:pt x="236" y="1"/>
                        <a:pt x="0" y="244"/>
                        <a:pt x="0" y="535"/>
                      </a:cubicBezTo>
                      <a:cubicBezTo>
                        <a:pt x="0" y="833"/>
                        <a:pt x="236" y="1069"/>
                        <a:pt x="534" y="1069"/>
                      </a:cubicBezTo>
                      <a:cubicBezTo>
                        <a:pt x="826" y="1069"/>
                        <a:pt x="1068" y="833"/>
                        <a:pt x="1068" y="535"/>
                      </a:cubicBezTo>
                      <a:cubicBezTo>
                        <a:pt x="1068" y="244"/>
                        <a:pt x="826" y="1"/>
                        <a:pt x="534" y="1"/>
                      </a:cubicBezTo>
                      <a:close/>
                    </a:path>
                  </a:pathLst>
                </a:custGeom>
                <a:solidFill>
                  <a:srgbClr val="5769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0" name="Google Shape;7159;p78">
                  <a:extLst>
                    <a:ext uri="{FF2B5EF4-FFF2-40B4-BE49-F238E27FC236}">
                      <a16:creationId xmlns:a16="http://schemas.microsoft.com/office/drawing/2014/main" id="{956677FE-0E35-48F3-BD75-786267D186AA}"/>
                    </a:ext>
                  </a:extLst>
                </p:cNvPr>
                <p:cNvSpPr/>
                <p:nvPr/>
              </p:nvSpPr>
              <p:spPr>
                <a:xfrm>
                  <a:off x="7655839" y="4261764"/>
                  <a:ext cx="28269" cy="28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" h="1070" extrusionOk="0">
                      <a:moveTo>
                        <a:pt x="535" y="1"/>
                      </a:moveTo>
                      <a:cubicBezTo>
                        <a:pt x="243" y="1"/>
                        <a:pt x="1" y="244"/>
                        <a:pt x="1" y="535"/>
                      </a:cubicBezTo>
                      <a:cubicBezTo>
                        <a:pt x="1" y="833"/>
                        <a:pt x="243" y="1069"/>
                        <a:pt x="535" y="1069"/>
                      </a:cubicBezTo>
                      <a:cubicBezTo>
                        <a:pt x="833" y="1069"/>
                        <a:pt x="1076" y="833"/>
                        <a:pt x="1076" y="535"/>
                      </a:cubicBezTo>
                      <a:cubicBezTo>
                        <a:pt x="1076" y="244"/>
                        <a:pt x="833" y="1"/>
                        <a:pt x="535" y="1"/>
                      </a:cubicBezTo>
                      <a:close/>
                    </a:path>
                  </a:pathLst>
                </a:custGeom>
                <a:solidFill>
                  <a:srgbClr val="57697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41" name="Google Shape;1407;p64">
              <a:extLst>
                <a:ext uri="{FF2B5EF4-FFF2-40B4-BE49-F238E27FC236}">
                  <a16:creationId xmlns:a16="http://schemas.microsoft.com/office/drawing/2014/main" id="{24530D74-E84C-45B6-ACD7-8257DD3D2639}"/>
                </a:ext>
              </a:extLst>
            </p:cNvPr>
            <p:cNvSpPr/>
            <p:nvPr/>
          </p:nvSpPr>
          <p:spPr>
            <a:xfrm>
              <a:off x="3414217" y="3677267"/>
              <a:ext cx="1120970" cy="352424"/>
            </a:xfrm>
            <a:custGeom>
              <a:avLst/>
              <a:gdLst/>
              <a:ahLst/>
              <a:cxnLst/>
              <a:rect l="l" t="t" r="r" b="b"/>
              <a:pathLst>
                <a:path w="24940" h="8540" extrusionOk="0">
                  <a:moveTo>
                    <a:pt x="21687" y="0"/>
                  </a:moveTo>
                  <a:cubicBezTo>
                    <a:pt x="21506" y="0"/>
                    <a:pt x="21341" y="2"/>
                    <a:pt x="21211" y="5"/>
                  </a:cubicBezTo>
                  <a:lnTo>
                    <a:pt x="17533" y="55"/>
                  </a:lnTo>
                  <a:cubicBezTo>
                    <a:pt x="12793" y="138"/>
                    <a:pt x="8004" y="5"/>
                    <a:pt x="3282" y="353"/>
                  </a:cubicBezTo>
                  <a:cubicBezTo>
                    <a:pt x="2470" y="403"/>
                    <a:pt x="1426" y="353"/>
                    <a:pt x="779" y="933"/>
                  </a:cubicBezTo>
                  <a:cubicBezTo>
                    <a:pt x="0" y="1646"/>
                    <a:pt x="150" y="3021"/>
                    <a:pt x="166" y="3982"/>
                  </a:cubicBezTo>
                  <a:cubicBezTo>
                    <a:pt x="183" y="5722"/>
                    <a:pt x="50" y="8141"/>
                    <a:pt x="2287" y="8324"/>
                  </a:cubicBezTo>
                  <a:cubicBezTo>
                    <a:pt x="4238" y="8482"/>
                    <a:pt x="6211" y="8540"/>
                    <a:pt x="8188" y="8540"/>
                  </a:cubicBezTo>
                  <a:cubicBezTo>
                    <a:pt x="10982" y="8540"/>
                    <a:pt x="13783" y="8424"/>
                    <a:pt x="16538" y="8307"/>
                  </a:cubicBezTo>
                  <a:cubicBezTo>
                    <a:pt x="17897" y="8257"/>
                    <a:pt x="19256" y="8175"/>
                    <a:pt x="20615" y="8092"/>
                  </a:cubicBezTo>
                  <a:cubicBezTo>
                    <a:pt x="21626" y="8025"/>
                    <a:pt x="23067" y="8191"/>
                    <a:pt x="23979" y="7694"/>
                  </a:cubicBezTo>
                  <a:cubicBezTo>
                    <a:pt x="24923" y="7164"/>
                    <a:pt x="24774" y="5937"/>
                    <a:pt x="24807" y="5009"/>
                  </a:cubicBezTo>
                  <a:cubicBezTo>
                    <a:pt x="24840" y="3684"/>
                    <a:pt x="24874" y="2358"/>
                    <a:pt x="24923" y="1032"/>
                  </a:cubicBezTo>
                  <a:cubicBezTo>
                    <a:pt x="24940" y="88"/>
                    <a:pt x="23399" y="22"/>
                    <a:pt x="23399" y="22"/>
                  </a:cubicBezTo>
                  <a:cubicBezTo>
                    <a:pt x="23399" y="22"/>
                    <a:pt x="22412" y="0"/>
                    <a:pt x="2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91425" rIns="90000" bIns="91425" anchor="ctr" anchorCtr="0">
              <a:noAutofit/>
            </a:bodyPr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  <a:latin typeface="Roboto Slab Medium"/>
                  <a:ea typeface="Roboto Slab Medium"/>
                  <a:cs typeface="Roboto Slab Medium"/>
                  <a:sym typeface="Roboto Slab Medium"/>
                </a:rPr>
                <a:t>Suggestions</a:t>
              </a:r>
              <a:endParaRPr lang="fr-FR" sz="1200" dirty="0">
                <a:solidFill>
                  <a:schemeClr val="bg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1" name="Google Shape;1412;p64">
            <a:extLst>
              <a:ext uri="{FF2B5EF4-FFF2-40B4-BE49-F238E27FC236}">
                <a16:creationId xmlns:a16="http://schemas.microsoft.com/office/drawing/2014/main" id="{C0352F05-B2E5-40B1-9AEC-94B023731DEC}"/>
              </a:ext>
            </a:extLst>
          </p:cNvPr>
          <p:cNvGrpSpPr/>
          <p:nvPr/>
        </p:nvGrpSpPr>
        <p:grpSpPr>
          <a:xfrm rot="774110">
            <a:off x="5692899" y="2937845"/>
            <a:ext cx="1887538" cy="1887714"/>
            <a:chOff x="6837400" y="3071325"/>
            <a:chExt cx="327825" cy="327850"/>
          </a:xfrm>
        </p:grpSpPr>
        <p:sp>
          <p:nvSpPr>
            <p:cNvPr id="172" name="Google Shape;1413;p64">
              <a:extLst>
                <a:ext uri="{FF2B5EF4-FFF2-40B4-BE49-F238E27FC236}">
                  <a16:creationId xmlns:a16="http://schemas.microsoft.com/office/drawing/2014/main" id="{9F42372A-ABC0-4771-B84A-E41CE1CB71B4}"/>
                </a:ext>
              </a:extLst>
            </p:cNvPr>
            <p:cNvSpPr/>
            <p:nvPr/>
          </p:nvSpPr>
          <p:spPr>
            <a:xfrm>
              <a:off x="7012200" y="3132775"/>
              <a:ext cx="151125" cy="222875"/>
            </a:xfrm>
            <a:custGeom>
              <a:avLst/>
              <a:gdLst/>
              <a:ahLst/>
              <a:cxnLst/>
              <a:rect l="l" t="t" r="r" b="b"/>
              <a:pathLst>
                <a:path w="6045" h="8915" extrusionOk="0">
                  <a:moveTo>
                    <a:pt x="6044" y="1"/>
                  </a:moveTo>
                  <a:lnTo>
                    <a:pt x="77" y="1025"/>
                  </a:lnTo>
                  <a:lnTo>
                    <a:pt x="0" y="4431"/>
                  </a:lnTo>
                  <a:lnTo>
                    <a:pt x="333" y="8914"/>
                  </a:lnTo>
                  <a:lnTo>
                    <a:pt x="6044" y="7684"/>
                  </a:lnTo>
                  <a:lnTo>
                    <a:pt x="60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414;p64">
              <a:extLst>
                <a:ext uri="{FF2B5EF4-FFF2-40B4-BE49-F238E27FC236}">
                  <a16:creationId xmlns:a16="http://schemas.microsoft.com/office/drawing/2014/main" id="{24ECC943-634C-4921-99EA-F447D1C383CA}"/>
                </a:ext>
              </a:extLst>
            </p:cNvPr>
            <p:cNvSpPr/>
            <p:nvPr/>
          </p:nvSpPr>
          <p:spPr>
            <a:xfrm>
              <a:off x="6839325" y="3138550"/>
              <a:ext cx="155600" cy="217100"/>
            </a:xfrm>
            <a:custGeom>
              <a:avLst/>
              <a:gdLst/>
              <a:ahLst/>
              <a:cxnLst/>
              <a:rect l="l" t="t" r="r" b="b"/>
              <a:pathLst>
                <a:path w="6224" h="8684" extrusionOk="0">
                  <a:moveTo>
                    <a:pt x="1" y="0"/>
                  </a:moveTo>
                  <a:lnTo>
                    <a:pt x="1" y="7838"/>
                  </a:lnTo>
                  <a:lnTo>
                    <a:pt x="5738" y="8683"/>
                  </a:lnTo>
                  <a:lnTo>
                    <a:pt x="6223" y="4047"/>
                  </a:lnTo>
                  <a:lnTo>
                    <a:pt x="5968" y="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415;p64">
              <a:extLst>
                <a:ext uri="{FF2B5EF4-FFF2-40B4-BE49-F238E27FC236}">
                  <a16:creationId xmlns:a16="http://schemas.microsoft.com/office/drawing/2014/main" id="{E2EE65DB-A2EE-4010-BB83-8457DF1CA51B}"/>
                </a:ext>
              </a:extLst>
            </p:cNvPr>
            <p:cNvSpPr/>
            <p:nvPr/>
          </p:nvSpPr>
          <p:spPr>
            <a:xfrm>
              <a:off x="6982750" y="3158400"/>
              <a:ext cx="37775" cy="197250"/>
            </a:xfrm>
            <a:custGeom>
              <a:avLst/>
              <a:gdLst/>
              <a:ahLst/>
              <a:cxnLst/>
              <a:rect l="l" t="t" r="r" b="b"/>
              <a:pathLst>
                <a:path w="1511" h="7890" extrusionOk="0">
                  <a:moveTo>
                    <a:pt x="1255" y="0"/>
                  </a:moveTo>
                  <a:lnTo>
                    <a:pt x="231" y="51"/>
                  </a:lnTo>
                  <a:lnTo>
                    <a:pt x="1" y="7889"/>
                  </a:lnTo>
                  <a:lnTo>
                    <a:pt x="1511" y="7889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416;p64">
              <a:extLst>
                <a:ext uri="{FF2B5EF4-FFF2-40B4-BE49-F238E27FC236}">
                  <a16:creationId xmlns:a16="http://schemas.microsoft.com/office/drawing/2014/main" id="{63330802-5303-4DFE-A349-E0896E3BF039}"/>
                </a:ext>
              </a:extLst>
            </p:cNvPr>
            <p:cNvSpPr/>
            <p:nvPr/>
          </p:nvSpPr>
          <p:spPr>
            <a:xfrm>
              <a:off x="7147275" y="3305650"/>
              <a:ext cx="17950" cy="25625"/>
            </a:xfrm>
            <a:custGeom>
              <a:avLst/>
              <a:gdLst/>
              <a:ahLst/>
              <a:cxnLst/>
              <a:rect l="l" t="t" r="r" b="b"/>
              <a:pathLst>
                <a:path w="718" h="1025" extrusionOk="0">
                  <a:moveTo>
                    <a:pt x="718" y="1"/>
                  </a:moveTo>
                  <a:lnTo>
                    <a:pt x="513" y="26"/>
                  </a:lnTo>
                  <a:lnTo>
                    <a:pt x="437" y="539"/>
                  </a:lnTo>
                  <a:lnTo>
                    <a:pt x="1" y="718"/>
                  </a:lnTo>
                  <a:lnTo>
                    <a:pt x="1" y="1025"/>
                  </a:lnTo>
                  <a:lnTo>
                    <a:pt x="718" y="846"/>
                  </a:lnTo>
                  <a:lnTo>
                    <a:pt x="7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417;p64">
              <a:extLst>
                <a:ext uri="{FF2B5EF4-FFF2-40B4-BE49-F238E27FC236}">
                  <a16:creationId xmlns:a16="http://schemas.microsoft.com/office/drawing/2014/main" id="{3AA98B11-F4A3-48F4-8B55-D6D3286AC434}"/>
                </a:ext>
              </a:extLst>
            </p:cNvPr>
            <p:cNvSpPr/>
            <p:nvPr/>
          </p:nvSpPr>
          <p:spPr>
            <a:xfrm>
              <a:off x="6837400" y="3136025"/>
              <a:ext cx="16650" cy="17925"/>
            </a:xfrm>
            <a:custGeom>
              <a:avLst/>
              <a:gdLst/>
              <a:ahLst/>
              <a:cxnLst/>
              <a:rect l="l" t="t" r="r" b="b"/>
              <a:pathLst>
                <a:path w="666" h="717" extrusionOk="0">
                  <a:moveTo>
                    <a:pt x="1" y="0"/>
                  </a:moveTo>
                  <a:lnTo>
                    <a:pt x="1" y="716"/>
                  </a:lnTo>
                  <a:lnTo>
                    <a:pt x="154" y="691"/>
                  </a:lnTo>
                  <a:lnTo>
                    <a:pt x="231" y="333"/>
                  </a:lnTo>
                  <a:lnTo>
                    <a:pt x="614" y="307"/>
                  </a:lnTo>
                  <a:lnTo>
                    <a:pt x="666" y="1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418;p64">
              <a:extLst>
                <a:ext uri="{FF2B5EF4-FFF2-40B4-BE49-F238E27FC236}">
                  <a16:creationId xmlns:a16="http://schemas.microsoft.com/office/drawing/2014/main" id="{AA17DC6E-3F0F-4003-9375-81B60DDFE496}"/>
                </a:ext>
              </a:extLst>
            </p:cNvPr>
            <p:cNvSpPr/>
            <p:nvPr/>
          </p:nvSpPr>
          <p:spPr>
            <a:xfrm>
              <a:off x="6852100" y="3107175"/>
              <a:ext cx="153075" cy="243325"/>
            </a:xfrm>
            <a:custGeom>
              <a:avLst/>
              <a:gdLst/>
              <a:ahLst/>
              <a:cxnLst/>
              <a:rect l="l" t="t" r="r" b="b"/>
              <a:pathLst>
                <a:path w="6123" h="9733" extrusionOk="0">
                  <a:moveTo>
                    <a:pt x="180" y="1"/>
                  </a:moveTo>
                  <a:lnTo>
                    <a:pt x="1" y="8631"/>
                  </a:lnTo>
                  <a:lnTo>
                    <a:pt x="6123" y="9732"/>
                  </a:lnTo>
                  <a:lnTo>
                    <a:pt x="5968" y="2639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419;p64">
              <a:extLst>
                <a:ext uri="{FF2B5EF4-FFF2-40B4-BE49-F238E27FC236}">
                  <a16:creationId xmlns:a16="http://schemas.microsoft.com/office/drawing/2014/main" id="{B0541BFB-35F4-44C1-ABB0-0A99138473ED}"/>
                </a:ext>
              </a:extLst>
            </p:cNvPr>
            <p:cNvSpPr/>
            <p:nvPr/>
          </p:nvSpPr>
          <p:spPr>
            <a:xfrm>
              <a:off x="7001300" y="3104625"/>
              <a:ext cx="149225" cy="245875"/>
            </a:xfrm>
            <a:custGeom>
              <a:avLst/>
              <a:gdLst/>
              <a:ahLst/>
              <a:cxnLst/>
              <a:rect l="l" t="t" r="r" b="b"/>
              <a:pathLst>
                <a:path w="5969" h="9835" extrusionOk="0">
                  <a:moveTo>
                    <a:pt x="5661" y="1"/>
                  </a:moveTo>
                  <a:lnTo>
                    <a:pt x="0" y="2741"/>
                  </a:lnTo>
                  <a:lnTo>
                    <a:pt x="155" y="9834"/>
                  </a:lnTo>
                  <a:lnTo>
                    <a:pt x="5969" y="8401"/>
                  </a:lnTo>
                  <a:lnTo>
                    <a:pt x="56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420;p64">
              <a:extLst>
                <a:ext uri="{FF2B5EF4-FFF2-40B4-BE49-F238E27FC236}">
                  <a16:creationId xmlns:a16="http://schemas.microsoft.com/office/drawing/2014/main" id="{DD1234FD-C822-415E-9F15-E9B0E4C5F4FB}"/>
                </a:ext>
              </a:extLst>
            </p:cNvPr>
            <p:cNvSpPr/>
            <p:nvPr/>
          </p:nvSpPr>
          <p:spPr>
            <a:xfrm>
              <a:off x="6869400" y="3089250"/>
              <a:ext cx="135775" cy="261275"/>
            </a:xfrm>
            <a:custGeom>
              <a:avLst/>
              <a:gdLst/>
              <a:ahLst/>
              <a:cxnLst/>
              <a:rect l="l" t="t" r="r" b="b"/>
              <a:pathLst>
                <a:path w="5431" h="10451" extrusionOk="0">
                  <a:moveTo>
                    <a:pt x="846" y="0"/>
                  </a:moveTo>
                  <a:lnTo>
                    <a:pt x="1" y="8401"/>
                  </a:lnTo>
                  <a:lnTo>
                    <a:pt x="5431" y="10451"/>
                  </a:lnTo>
                  <a:lnTo>
                    <a:pt x="5276" y="3356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421;p64">
              <a:extLst>
                <a:ext uri="{FF2B5EF4-FFF2-40B4-BE49-F238E27FC236}">
                  <a16:creationId xmlns:a16="http://schemas.microsoft.com/office/drawing/2014/main" id="{5F8F050D-9951-4E6A-9001-CCD468731BE8}"/>
                </a:ext>
              </a:extLst>
            </p:cNvPr>
            <p:cNvSpPr/>
            <p:nvPr/>
          </p:nvSpPr>
          <p:spPr>
            <a:xfrm>
              <a:off x="6892450" y="3071325"/>
              <a:ext cx="112725" cy="279175"/>
            </a:xfrm>
            <a:custGeom>
              <a:avLst/>
              <a:gdLst/>
              <a:ahLst/>
              <a:cxnLst/>
              <a:rect l="l" t="t" r="r" b="b"/>
              <a:pathLst>
                <a:path w="4509" h="11167" extrusionOk="0">
                  <a:moveTo>
                    <a:pt x="1563" y="0"/>
                  </a:moveTo>
                  <a:lnTo>
                    <a:pt x="1" y="8068"/>
                  </a:lnTo>
                  <a:lnTo>
                    <a:pt x="4509" y="11166"/>
                  </a:lnTo>
                  <a:lnTo>
                    <a:pt x="4509" y="11166"/>
                  </a:lnTo>
                  <a:lnTo>
                    <a:pt x="4354" y="4073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422;p64">
              <a:extLst>
                <a:ext uri="{FF2B5EF4-FFF2-40B4-BE49-F238E27FC236}">
                  <a16:creationId xmlns:a16="http://schemas.microsoft.com/office/drawing/2014/main" id="{8200ABAA-528B-48D8-8901-1FA603CA3E6C}"/>
                </a:ext>
              </a:extLst>
            </p:cNvPr>
            <p:cNvSpPr/>
            <p:nvPr/>
          </p:nvSpPr>
          <p:spPr>
            <a:xfrm>
              <a:off x="7001300" y="3089900"/>
              <a:ext cx="129375" cy="260600"/>
            </a:xfrm>
            <a:custGeom>
              <a:avLst/>
              <a:gdLst/>
              <a:ahLst/>
              <a:cxnLst/>
              <a:rect l="l" t="t" r="r" b="b"/>
              <a:pathLst>
                <a:path w="5175" h="10424" extrusionOk="0">
                  <a:moveTo>
                    <a:pt x="4279" y="0"/>
                  </a:moveTo>
                  <a:lnTo>
                    <a:pt x="0" y="3330"/>
                  </a:lnTo>
                  <a:lnTo>
                    <a:pt x="155" y="10423"/>
                  </a:lnTo>
                  <a:lnTo>
                    <a:pt x="5175" y="8068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423;p64">
              <a:extLst>
                <a:ext uri="{FF2B5EF4-FFF2-40B4-BE49-F238E27FC236}">
                  <a16:creationId xmlns:a16="http://schemas.microsoft.com/office/drawing/2014/main" id="{CC0B562C-6CA2-44E4-9DE9-64E8628A086B}"/>
                </a:ext>
              </a:extLst>
            </p:cNvPr>
            <p:cNvSpPr/>
            <p:nvPr/>
          </p:nvSpPr>
          <p:spPr>
            <a:xfrm>
              <a:off x="7001300" y="3071325"/>
              <a:ext cx="105025" cy="279175"/>
            </a:xfrm>
            <a:custGeom>
              <a:avLst/>
              <a:gdLst/>
              <a:ahLst/>
              <a:cxnLst/>
              <a:rect l="l" t="t" r="r" b="b"/>
              <a:pathLst>
                <a:path w="4201" h="11167" extrusionOk="0">
                  <a:moveTo>
                    <a:pt x="2663" y="0"/>
                  </a:moveTo>
                  <a:lnTo>
                    <a:pt x="0" y="4073"/>
                  </a:lnTo>
                  <a:lnTo>
                    <a:pt x="154" y="11166"/>
                  </a:lnTo>
                  <a:lnTo>
                    <a:pt x="4200" y="7966"/>
                  </a:lnTo>
                  <a:lnTo>
                    <a:pt x="26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424;p64">
              <a:extLst>
                <a:ext uri="{FF2B5EF4-FFF2-40B4-BE49-F238E27FC236}">
                  <a16:creationId xmlns:a16="http://schemas.microsoft.com/office/drawing/2014/main" id="{6B1B1EB4-C645-40EF-A811-AD9A7667BBF7}"/>
                </a:ext>
              </a:extLst>
            </p:cNvPr>
            <p:cNvSpPr/>
            <p:nvPr/>
          </p:nvSpPr>
          <p:spPr>
            <a:xfrm>
              <a:off x="6994900" y="3168025"/>
              <a:ext cx="12800" cy="231150"/>
            </a:xfrm>
            <a:custGeom>
              <a:avLst/>
              <a:gdLst/>
              <a:ahLst/>
              <a:cxnLst/>
              <a:rect l="l" t="t" r="r" b="b"/>
              <a:pathLst>
                <a:path w="512" h="9246" extrusionOk="0">
                  <a:moveTo>
                    <a:pt x="154" y="0"/>
                  </a:moveTo>
                  <a:lnTo>
                    <a:pt x="0" y="9246"/>
                  </a:lnTo>
                  <a:lnTo>
                    <a:pt x="512" y="9246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425;p64">
              <a:extLst>
                <a:ext uri="{FF2B5EF4-FFF2-40B4-BE49-F238E27FC236}">
                  <a16:creationId xmlns:a16="http://schemas.microsoft.com/office/drawing/2014/main" id="{E958B743-731B-409D-AD86-172D2C16C352}"/>
                </a:ext>
              </a:extLst>
            </p:cNvPr>
            <p:cNvSpPr/>
            <p:nvPr/>
          </p:nvSpPr>
          <p:spPr>
            <a:xfrm>
              <a:off x="6925075" y="3107175"/>
              <a:ext cx="64725" cy="119750"/>
            </a:xfrm>
            <a:custGeom>
              <a:avLst/>
              <a:gdLst/>
              <a:ahLst/>
              <a:cxnLst/>
              <a:rect l="l" t="t" r="r" b="b"/>
              <a:pathLst>
                <a:path w="2589" h="4790" extrusionOk="0">
                  <a:moveTo>
                    <a:pt x="488" y="1"/>
                  </a:moveTo>
                  <a:lnTo>
                    <a:pt x="1" y="2434"/>
                  </a:lnTo>
                  <a:lnTo>
                    <a:pt x="2511" y="4789"/>
                  </a:lnTo>
                  <a:lnTo>
                    <a:pt x="2589" y="2562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426;p64">
              <a:extLst>
                <a:ext uri="{FF2B5EF4-FFF2-40B4-BE49-F238E27FC236}">
                  <a16:creationId xmlns:a16="http://schemas.microsoft.com/office/drawing/2014/main" id="{1D882CC0-22DE-4A90-B904-59284C80FB44}"/>
                </a:ext>
              </a:extLst>
            </p:cNvPr>
            <p:cNvSpPr/>
            <p:nvPr/>
          </p:nvSpPr>
          <p:spPr>
            <a:xfrm>
              <a:off x="6919375" y="3181425"/>
              <a:ext cx="67250" cy="62775"/>
            </a:xfrm>
            <a:custGeom>
              <a:avLst/>
              <a:gdLst/>
              <a:ahLst/>
              <a:cxnLst/>
              <a:rect l="l" t="t" r="r" b="b"/>
              <a:pathLst>
                <a:path w="2690" h="2511" extrusionOk="0">
                  <a:moveTo>
                    <a:pt x="77" y="1"/>
                  </a:moveTo>
                  <a:lnTo>
                    <a:pt x="0" y="258"/>
                  </a:lnTo>
                  <a:lnTo>
                    <a:pt x="2638" y="2511"/>
                  </a:lnTo>
                  <a:lnTo>
                    <a:pt x="2689" y="2178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427;p64">
              <a:extLst>
                <a:ext uri="{FF2B5EF4-FFF2-40B4-BE49-F238E27FC236}">
                  <a16:creationId xmlns:a16="http://schemas.microsoft.com/office/drawing/2014/main" id="{209CE28D-1B83-4942-BEFA-B244DBCDC970}"/>
                </a:ext>
              </a:extLst>
            </p:cNvPr>
            <p:cNvSpPr/>
            <p:nvPr/>
          </p:nvSpPr>
          <p:spPr>
            <a:xfrm>
              <a:off x="6915500" y="3201275"/>
              <a:ext cx="60850" cy="50650"/>
            </a:xfrm>
            <a:custGeom>
              <a:avLst/>
              <a:gdLst/>
              <a:ahLst/>
              <a:cxnLst/>
              <a:rect l="l" t="t" r="r" b="b"/>
              <a:pathLst>
                <a:path w="2434" h="2026" extrusionOk="0">
                  <a:moveTo>
                    <a:pt x="77" y="1"/>
                  </a:moveTo>
                  <a:lnTo>
                    <a:pt x="0" y="231"/>
                  </a:lnTo>
                  <a:lnTo>
                    <a:pt x="2382" y="2025"/>
                  </a:lnTo>
                  <a:lnTo>
                    <a:pt x="2434" y="1768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428;p64">
              <a:extLst>
                <a:ext uri="{FF2B5EF4-FFF2-40B4-BE49-F238E27FC236}">
                  <a16:creationId xmlns:a16="http://schemas.microsoft.com/office/drawing/2014/main" id="{81A38F69-0BAE-4F1F-98DE-4ADD1D1E26D3}"/>
                </a:ext>
              </a:extLst>
            </p:cNvPr>
            <p:cNvSpPr/>
            <p:nvPr/>
          </p:nvSpPr>
          <p:spPr>
            <a:xfrm>
              <a:off x="6912950" y="3217300"/>
              <a:ext cx="69200" cy="54475"/>
            </a:xfrm>
            <a:custGeom>
              <a:avLst/>
              <a:gdLst/>
              <a:ahLst/>
              <a:cxnLst/>
              <a:rect l="l" t="t" r="r" b="b"/>
              <a:pathLst>
                <a:path w="2768" h="2179" extrusionOk="0">
                  <a:moveTo>
                    <a:pt x="51" y="1"/>
                  </a:moveTo>
                  <a:lnTo>
                    <a:pt x="0" y="256"/>
                  </a:lnTo>
                  <a:lnTo>
                    <a:pt x="2715" y="2178"/>
                  </a:lnTo>
                  <a:lnTo>
                    <a:pt x="2767" y="1870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429;p64">
              <a:extLst>
                <a:ext uri="{FF2B5EF4-FFF2-40B4-BE49-F238E27FC236}">
                  <a16:creationId xmlns:a16="http://schemas.microsoft.com/office/drawing/2014/main" id="{4AA0CB60-D63C-4300-A853-713B9CA62FEA}"/>
                </a:ext>
              </a:extLst>
            </p:cNvPr>
            <p:cNvSpPr/>
            <p:nvPr/>
          </p:nvSpPr>
          <p:spPr>
            <a:xfrm>
              <a:off x="6909100" y="3233950"/>
              <a:ext cx="75600" cy="58950"/>
            </a:xfrm>
            <a:custGeom>
              <a:avLst/>
              <a:gdLst/>
              <a:ahLst/>
              <a:cxnLst/>
              <a:rect l="l" t="t" r="r" b="b"/>
              <a:pathLst>
                <a:path w="3024" h="2358" extrusionOk="0">
                  <a:moveTo>
                    <a:pt x="77" y="1"/>
                  </a:moveTo>
                  <a:lnTo>
                    <a:pt x="1" y="256"/>
                  </a:lnTo>
                  <a:lnTo>
                    <a:pt x="3023" y="2357"/>
                  </a:lnTo>
                  <a:lnTo>
                    <a:pt x="3023" y="194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430;p64">
              <a:extLst>
                <a:ext uri="{FF2B5EF4-FFF2-40B4-BE49-F238E27FC236}">
                  <a16:creationId xmlns:a16="http://schemas.microsoft.com/office/drawing/2014/main" id="{9839EE82-2566-4E3C-8079-92D3AD93D011}"/>
                </a:ext>
              </a:extLst>
            </p:cNvPr>
            <p:cNvSpPr/>
            <p:nvPr/>
          </p:nvSpPr>
          <p:spPr>
            <a:xfrm>
              <a:off x="6904625" y="3251900"/>
              <a:ext cx="68525" cy="51225"/>
            </a:xfrm>
            <a:custGeom>
              <a:avLst/>
              <a:gdLst/>
              <a:ahLst/>
              <a:cxnLst/>
              <a:rect l="l" t="t" r="r" b="b"/>
              <a:pathLst>
                <a:path w="2741" h="2049" extrusionOk="0">
                  <a:moveTo>
                    <a:pt x="52" y="0"/>
                  </a:moveTo>
                  <a:lnTo>
                    <a:pt x="1" y="281"/>
                  </a:lnTo>
                  <a:lnTo>
                    <a:pt x="2638" y="2048"/>
                  </a:lnTo>
                  <a:lnTo>
                    <a:pt x="2741" y="169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431;p64">
              <a:extLst>
                <a:ext uri="{FF2B5EF4-FFF2-40B4-BE49-F238E27FC236}">
                  <a16:creationId xmlns:a16="http://schemas.microsoft.com/office/drawing/2014/main" id="{79BD75E1-F6C1-4E25-AE74-16CCB52C6BB2}"/>
                </a:ext>
              </a:extLst>
            </p:cNvPr>
            <p:cNvSpPr/>
            <p:nvPr/>
          </p:nvSpPr>
          <p:spPr>
            <a:xfrm>
              <a:off x="7010925" y="3100800"/>
              <a:ext cx="53825" cy="83250"/>
            </a:xfrm>
            <a:custGeom>
              <a:avLst/>
              <a:gdLst/>
              <a:ahLst/>
              <a:cxnLst/>
              <a:rect l="l" t="t" r="r" b="b"/>
              <a:pathLst>
                <a:path w="2153" h="3330" extrusionOk="0">
                  <a:moveTo>
                    <a:pt x="2074" y="0"/>
                  </a:moveTo>
                  <a:lnTo>
                    <a:pt x="0" y="2972"/>
                  </a:lnTo>
                  <a:lnTo>
                    <a:pt x="51" y="3330"/>
                  </a:lnTo>
                  <a:lnTo>
                    <a:pt x="2152" y="307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432;p64">
              <a:extLst>
                <a:ext uri="{FF2B5EF4-FFF2-40B4-BE49-F238E27FC236}">
                  <a16:creationId xmlns:a16="http://schemas.microsoft.com/office/drawing/2014/main" id="{54F21F63-5C57-4870-BECE-05BF9A44E039}"/>
                </a:ext>
              </a:extLst>
            </p:cNvPr>
            <p:cNvSpPr/>
            <p:nvPr/>
          </p:nvSpPr>
          <p:spPr>
            <a:xfrm>
              <a:off x="7012825" y="3119975"/>
              <a:ext cx="57025" cy="78425"/>
            </a:xfrm>
            <a:custGeom>
              <a:avLst/>
              <a:gdLst/>
              <a:ahLst/>
              <a:cxnLst/>
              <a:rect l="l" t="t" r="r" b="b"/>
              <a:pathLst>
                <a:path w="2281" h="3137" extrusionOk="0">
                  <a:moveTo>
                    <a:pt x="2204" y="0"/>
                  </a:moveTo>
                  <a:lnTo>
                    <a:pt x="1" y="2895"/>
                  </a:lnTo>
                  <a:lnTo>
                    <a:pt x="35" y="3136"/>
                  </a:lnTo>
                  <a:lnTo>
                    <a:pt x="2281" y="360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433;p64">
              <a:extLst>
                <a:ext uri="{FF2B5EF4-FFF2-40B4-BE49-F238E27FC236}">
                  <a16:creationId xmlns:a16="http://schemas.microsoft.com/office/drawing/2014/main" id="{EE721B29-E29A-4D66-8F16-1DEC2A909895}"/>
                </a:ext>
              </a:extLst>
            </p:cNvPr>
            <p:cNvSpPr/>
            <p:nvPr/>
          </p:nvSpPr>
          <p:spPr>
            <a:xfrm>
              <a:off x="7016025" y="3152000"/>
              <a:ext cx="55750" cy="67875"/>
            </a:xfrm>
            <a:custGeom>
              <a:avLst/>
              <a:gdLst/>
              <a:ahLst/>
              <a:cxnLst/>
              <a:rect l="l" t="t" r="r" b="b"/>
              <a:pathLst>
                <a:path w="2230" h="2715" extrusionOk="0">
                  <a:moveTo>
                    <a:pt x="2153" y="0"/>
                  </a:moveTo>
                  <a:lnTo>
                    <a:pt x="1" y="2357"/>
                  </a:lnTo>
                  <a:lnTo>
                    <a:pt x="1" y="2715"/>
                  </a:lnTo>
                  <a:lnTo>
                    <a:pt x="2229" y="358"/>
                  </a:lnTo>
                  <a:lnTo>
                    <a:pt x="2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434;p64">
              <a:extLst>
                <a:ext uri="{FF2B5EF4-FFF2-40B4-BE49-F238E27FC236}">
                  <a16:creationId xmlns:a16="http://schemas.microsoft.com/office/drawing/2014/main" id="{06753EE7-DD53-4283-8D6C-EBD07CB555C9}"/>
                </a:ext>
              </a:extLst>
            </p:cNvPr>
            <p:cNvSpPr/>
            <p:nvPr/>
          </p:nvSpPr>
          <p:spPr>
            <a:xfrm>
              <a:off x="7016025" y="3176950"/>
              <a:ext cx="53825" cy="59600"/>
            </a:xfrm>
            <a:custGeom>
              <a:avLst/>
              <a:gdLst/>
              <a:ahLst/>
              <a:cxnLst/>
              <a:rect l="l" t="t" r="r" b="b"/>
              <a:pathLst>
                <a:path w="2153" h="2384" extrusionOk="0">
                  <a:moveTo>
                    <a:pt x="2101" y="1"/>
                  </a:moveTo>
                  <a:lnTo>
                    <a:pt x="1" y="2076"/>
                  </a:lnTo>
                  <a:lnTo>
                    <a:pt x="1" y="2383"/>
                  </a:lnTo>
                  <a:lnTo>
                    <a:pt x="2153" y="359"/>
                  </a:lnTo>
                  <a:lnTo>
                    <a:pt x="2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435;p64">
              <a:extLst>
                <a:ext uri="{FF2B5EF4-FFF2-40B4-BE49-F238E27FC236}">
                  <a16:creationId xmlns:a16="http://schemas.microsoft.com/office/drawing/2014/main" id="{9B1A2046-F9A9-4818-883F-97C10A2DD3E9}"/>
                </a:ext>
              </a:extLst>
            </p:cNvPr>
            <p:cNvSpPr/>
            <p:nvPr/>
          </p:nvSpPr>
          <p:spPr>
            <a:xfrm>
              <a:off x="7082600" y="3255700"/>
              <a:ext cx="12850" cy="20550"/>
            </a:xfrm>
            <a:custGeom>
              <a:avLst/>
              <a:gdLst/>
              <a:ahLst/>
              <a:cxnLst/>
              <a:rect l="l" t="t" r="r" b="b"/>
              <a:pathLst>
                <a:path w="514" h="822" extrusionOk="0">
                  <a:moveTo>
                    <a:pt x="335" y="0"/>
                  </a:moveTo>
                  <a:lnTo>
                    <a:pt x="1" y="257"/>
                  </a:lnTo>
                  <a:lnTo>
                    <a:pt x="78" y="821"/>
                  </a:lnTo>
                  <a:lnTo>
                    <a:pt x="514" y="46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436;p64">
              <a:extLst>
                <a:ext uri="{FF2B5EF4-FFF2-40B4-BE49-F238E27FC236}">
                  <a16:creationId xmlns:a16="http://schemas.microsoft.com/office/drawing/2014/main" id="{664663EC-48BC-4D19-95BD-1DFFE51123FA}"/>
                </a:ext>
              </a:extLst>
            </p:cNvPr>
            <p:cNvSpPr/>
            <p:nvPr/>
          </p:nvSpPr>
          <p:spPr>
            <a:xfrm>
              <a:off x="6837400" y="3309500"/>
              <a:ext cx="21800" cy="30775"/>
            </a:xfrm>
            <a:custGeom>
              <a:avLst/>
              <a:gdLst/>
              <a:ahLst/>
              <a:cxnLst/>
              <a:rect l="l" t="t" r="r" b="b"/>
              <a:pathLst>
                <a:path w="872" h="1231" extrusionOk="0">
                  <a:moveTo>
                    <a:pt x="1" y="0"/>
                  </a:moveTo>
                  <a:lnTo>
                    <a:pt x="1" y="1077"/>
                  </a:lnTo>
                  <a:lnTo>
                    <a:pt x="872" y="1230"/>
                  </a:lnTo>
                  <a:lnTo>
                    <a:pt x="872" y="1230"/>
                  </a:lnTo>
                  <a:lnTo>
                    <a:pt x="846" y="949"/>
                  </a:lnTo>
                  <a:lnTo>
                    <a:pt x="335" y="615"/>
                  </a:lnTo>
                  <a:lnTo>
                    <a:pt x="283" y="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853EBE09-6425-ACD4-A5F1-5D2C635CF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259986">
            <a:off x="6344401" y="2881825"/>
            <a:ext cx="1422567" cy="142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486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-0.01049 L 0.00382 -0.01049 C 0.01302 -0.06697 0.01614 -0.08179 0.01979 -0.16327 C 0.02135 -0.20185 0.01962 -0.24043 0.01875 -0.27901 C 0.01823 -0.30432 0.01701 -0.32932 0.01597 -0.35463 C 0.0158 -0.36018 0.01527 -0.36574 0.0151 -0.37129 C 0.01371 -0.40987 0.0125 -0.44845 0.01128 -0.48703 C 0.01163 -0.56142 0.01076 -0.6358 0.01215 -0.71018 C 0.01232 -0.72037 0.0158 -0.72994 0.01597 -0.74012 C 0.01666 -0.77098 0.01545 -0.80185 0.0151 -0.8324 C 0.01493 -0.83919 0.01406 -0.85247 0.01406 -0.85247 " pathEditMode="relative" ptsTypes="AAAAAAAAAAA">
                                      <p:cBhvr>
                                        <p:cTn id="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06 0.02592 L -0.01406 0.02592 C -0.00278 -0.03673 0.01163 -0.09784 0.01996 -0.16204 C 0.02812 -0.22655 0.03507 -0.35834 0.03507 -0.35834 C 0.00868 -0.42531 -0.004 -0.44445 -0.01788 -0.50247 C -0.02604 -0.53673 -0.02535 -0.52593 -0.02535 -0.54599 L -0.02535 -0.54599 " pathEditMode="relative" ptsTypes="AAAAA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625</Words>
  <Application>Microsoft Office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Bebas Neue</vt:lpstr>
      <vt:lpstr>Raleway Black</vt:lpstr>
      <vt:lpstr>Roboto Slab</vt:lpstr>
      <vt:lpstr>Roboto Slab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ENSEA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Text Mining - Analyse de Sentiments UTB</dc:title>
  <dc:subject>Analyse de Sentiments - UTB CI</dc:subject>
  <dc:creator>Équipe UTB - ENSEA</dc:creator>
  <cp:lastModifiedBy>Ulrich Boris NIADA</cp:lastModifiedBy>
  <cp:revision>63</cp:revision>
  <dcterms:created xsi:type="dcterms:W3CDTF">2025-11-15T05:02:03Z</dcterms:created>
  <dcterms:modified xsi:type="dcterms:W3CDTF">2026-01-17T16:25:06Z</dcterms:modified>
</cp:coreProperties>
</file>